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98" r:id="rId2"/>
    <p:sldMasterId id="2147483884" r:id="rId3"/>
    <p:sldMasterId id="2147483906" r:id="rId4"/>
  </p:sldMasterIdLst>
  <p:notesMasterIdLst>
    <p:notesMasterId r:id="rId14"/>
  </p:notesMasterIdLst>
  <p:handoutMasterIdLst>
    <p:handoutMasterId r:id="rId15"/>
  </p:handoutMasterIdLst>
  <p:sldIdLst>
    <p:sldId id="2147375596" r:id="rId5"/>
    <p:sldId id="2147375591" r:id="rId6"/>
    <p:sldId id="2147375586" r:id="rId7"/>
    <p:sldId id="2147375282" r:id="rId8"/>
    <p:sldId id="2147375592" r:id="rId9"/>
    <p:sldId id="271" r:id="rId10"/>
    <p:sldId id="16669425" r:id="rId11"/>
    <p:sldId id="16669424" r:id="rId12"/>
    <p:sldId id="16669419" r:id="rId1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DBA508-4A14-57C1-D0A6-F3BC69EAE112}" name="Golfen Guo" initials="GG" userId="S::golfen.guo@daocloud.io::d587dfd5-290c-4ff9-ab80-bfe4fa93590c" providerId="AD"/>
  <p188:author id="{429A05E0-1A65-61AB-EFCE-817FE23C4702}" name="A6052" initials="A" userId="S::a6052@lllkj.onmicrosoft.com::d7e3a89b-86b1-4c32-940e-2080a5b629b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qiangwu" initials="b" lastIdx="1" clrIdx="0"/>
  <p:cmAuthor id="2" name="liaoj" initials="l" lastIdx="4"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964ED"/>
    <a:srgbClr val="0BCE5C"/>
    <a:srgbClr val="F0F2F5"/>
    <a:srgbClr val="F7F7F7"/>
    <a:srgbClr val="0049E7"/>
    <a:srgbClr val="1970B4"/>
    <a:srgbClr val="737996"/>
    <a:srgbClr val="FFFFFF"/>
    <a:srgbClr val="09210A"/>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19" autoAdjust="0"/>
    <p:restoredTop sz="95775"/>
  </p:normalViewPr>
  <p:slideViewPr>
    <p:cSldViewPr snapToGrid="0" showGuides="1">
      <p:cViewPr varScale="1">
        <p:scale>
          <a:sx n="122" d="100"/>
          <a:sy n="122" d="100"/>
        </p:scale>
        <p:origin x="768" y="20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55842EA-011D-D143-A975-B40591B63586}" type="doc">
      <dgm:prSet loTypeId="urn:microsoft.com/office/officeart/2005/8/layout/chevron1" loCatId="" qsTypeId="urn:microsoft.com/office/officeart/2005/8/quickstyle/simple1#1" qsCatId="simple" csTypeId="urn:microsoft.com/office/officeart/2005/8/colors/colorful3#1" csCatId="colorful" phldr="1"/>
      <dgm:spPr/>
      <dgm:t>
        <a:bodyPr/>
        <a:lstStyle/>
        <a:p>
          <a:endParaRPr lang="zh-CN" altLang="en-US"/>
        </a:p>
      </dgm:t>
    </dgm:pt>
    <dgm:pt modelId="{D3C60EAE-F656-554D-A06F-176ACB608E45}">
      <dgm:prSet phldrT="[文本]" custT="1"/>
      <dgm:spPr/>
      <dgm:t>
        <a:bodyPr/>
        <a:lstStyle/>
        <a:p>
          <a:r>
            <a:rPr lang="zh-CN" altLang="en-US" sz="2000" dirty="0"/>
            <a:t>信息过滤（</a:t>
          </a:r>
          <a:r>
            <a:rPr lang="en-US" altLang="zh-CN" sz="2000" dirty="0"/>
            <a:t>Filtering</a:t>
          </a:r>
          <a:r>
            <a:rPr lang="zh-CN" altLang="en-US" sz="2000" dirty="0"/>
            <a:t>）</a:t>
          </a:r>
        </a:p>
      </dgm:t>
    </dgm:pt>
    <dgm:pt modelId="{8E8C1645-ABCA-A64C-9A7B-E253003959E0}" type="parTrans" cxnId="{DDAA7889-24D7-5345-8940-A8E5A4248DE8}">
      <dgm:prSet/>
      <dgm:spPr/>
      <dgm:t>
        <a:bodyPr/>
        <a:lstStyle/>
        <a:p>
          <a:endParaRPr lang="zh-CN" altLang="en-US" sz="1600"/>
        </a:p>
      </dgm:t>
    </dgm:pt>
    <dgm:pt modelId="{C4419439-540C-784C-A5AD-849B842DA653}" type="sibTrans" cxnId="{DDAA7889-24D7-5345-8940-A8E5A4248DE8}">
      <dgm:prSet/>
      <dgm:spPr/>
      <dgm:t>
        <a:bodyPr/>
        <a:lstStyle/>
        <a:p>
          <a:endParaRPr lang="zh-CN" altLang="en-US" sz="1600"/>
        </a:p>
      </dgm:t>
    </dgm:pt>
    <dgm:pt modelId="{AE04E745-8AEC-5744-9405-578052AD8DD3}">
      <dgm:prSet phldrT="[文本]" custT="1"/>
      <dgm:spPr/>
      <dgm:t>
        <a:bodyPr/>
        <a:lstStyle/>
        <a:p>
          <a:r>
            <a:rPr lang="zh-CN" altLang="en-US" sz="2000" dirty="0"/>
            <a:t>文本解析（</a:t>
          </a:r>
          <a:r>
            <a:rPr lang="en-US" altLang="zh-CN" sz="2000" dirty="0"/>
            <a:t>Parsing</a:t>
          </a:r>
          <a:r>
            <a:rPr lang="zh-CN" altLang="en-US" sz="2000" dirty="0"/>
            <a:t>）</a:t>
          </a:r>
        </a:p>
      </dgm:t>
    </dgm:pt>
    <dgm:pt modelId="{A3DFC3F5-608D-BF45-8A9B-2118A6729E6F}" type="parTrans" cxnId="{2C06FA9E-A65C-0E4E-B0BD-7689D303AEB3}">
      <dgm:prSet/>
      <dgm:spPr/>
      <dgm:t>
        <a:bodyPr/>
        <a:lstStyle/>
        <a:p>
          <a:endParaRPr lang="zh-CN" altLang="en-US" sz="1600"/>
        </a:p>
      </dgm:t>
    </dgm:pt>
    <dgm:pt modelId="{FC942A8F-E81B-5748-ACB3-6277124A7FE2}" type="sibTrans" cxnId="{2C06FA9E-A65C-0E4E-B0BD-7689D303AEB3}">
      <dgm:prSet/>
      <dgm:spPr/>
      <dgm:t>
        <a:bodyPr/>
        <a:lstStyle/>
        <a:p>
          <a:endParaRPr lang="zh-CN" altLang="en-US" sz="1600"/>
        </a:p>
      </dgm:t>
    </dgm:pt>
    <dgm:pt modelId="{48F3D478-5018-8044-A24F-3920C7F20033}">
      <dgm:prSet phldrT="[文本]" custT="1"/>
      <dgm:spPr/>
      <dgm:t>
        <a:bodyPr/>
        <a:lstStyle/>
        <a:p>
          <a:r>
            <a:rPr lang="zh-CN" altLang="en-US" sz="2000" dirty="0"/>
            <a:t>切分方式（</a:t>
          </a:r>
          <a:r>
            <a:rPr lang="en-US" altLang="zh-CN" sz="2000" dirty="0"/>
            <a:t>Chunking</a:t>
          </a:r>
          <a:r>
            <a:rPr lang="zh-CN" altLang="en-US" sz="2000" dirty="0"/>
            <a:t>）</a:t>
          </a:r>
        </a:p>
      </dgm:t>
    </dgm:pt>
    <dgm:pt modelId="{11840D93-D78D-5348-95A6-A7F6BFF42BE9}" type="parTrans" cxnId="{00DD177E-6B9C-C94A-AF73-FA71915385F7}">
      <dgm:prSet/>
      <dgm:spPr/>
      <dgm:t>
        <a:bodyPr/>
        <a:lstStyle/>
        <a:p>
          <a:endParaRPr lang="zh-CN" altLang="en-US" sz="1600"/>
        </a:p>
      </dgm:t>
    </dgm:pt>
    <dgm:pt modelId="{95ACB466-2AD8-D941-A61E-B1188E9EDC29}" type="sibTrans" cxnId="{00DD177E-6B9C-C94A-AF73-FA71915385F7}">
      <dgm:prSet/>
      <dgm:spPr/>
      <dgm:t>
        <a:bodyPr/>
        <a:lstStyle/>
        <a:p>
          <a:endParaRPr lang="zh-CN" altLang="en-US" sz="1600"/>
        </a:p>
      </dgm:t>
    </dgm:pt>
    <dgm:pt modelId="{F6044516-C30E-0B4B-9D93-8AC4D04074A5}">
      <dgm:prSet custT="1"/>
      <dgm:spPr/>
      <dgm:t>
        <a:bodyPr/>
        <a:lstStyle/>
        <a:p>
          <a:r>
            <a:rPr lang="zh-CN" altLang="en-US" sz="2000" dirty="0"/>
            <a:t>增益文本（</a:t>
          </a:r>
          <a:r>
            <a:rPr lang="en-US" altLang="zh-CN" sz="2000" dirty="0"/>
            <a:t>B</a:t>
          </a:r>
          <a:r>
            <a:rPr lang="en-GB" altLang="en-US" sz="2000" dirty="0"/>
            <a:t>benefits</a:t>
          </a:r>
          <a:r>
            <a:rPr lang="zh-CN" altLang="en-US" sz="2000" dirty="0"/>
            <a:t>）</a:t>
          </a:r>
        </a:p>
      </dgm:t>
    </dgm:pt>
    <dgm:pt modelId="{BCC83039-BA84-1046-9A65-1B8212D75C3E}" type="parTrans" cxnId="{7744AE9B-07D6-F642-B0C2-6D86BDE27524}">
      <dgm:prSet/>
      <dgm:spPr/>
      <dgm:t>
        <a:bodyPr/>
        <a:lstStyle/>
        <a:p>
          <a:endParaRPr lang="zh-CN" altLang="en-US" sz="1600"/>
        </a:p>
      </dgm:t>
    </dgm:pt>
    <dgm:pt modelId="{D07329EB-9082-7145-B0DB-2643374956E9}" type="sibTrans" cxnId="{7744AE9B-07D6-F642-B0C2-6D86BDE27524}">
      <dgm:prSet/>
      <dgm:spPr/>
      <dgm:t>
        <a:bodyPr/>
        <a:lstStyle/>
        <a:p>
          <a:endParaRPr lang="zh-CN" altLang="en-US" sz="1600"/>
        </a:p>
      </dgm:t>
    </dgm:pt>
    <dgm:pt modelId="{E7F0E0B1-6328-3948-AC74-28A3B9FC335C}" type="pres">
      <dgm:prSet presAssocID="{655842EA-011D-D143-A975-B40591B63586}" presName="Name0" presStyleCnt="0">
        <dgm:presLayoutVars>
          <dgm:dir/>
          <dgm:animLvl val="lvl"/>
          <dgm:resizeHandles val="exact"/>
        </dgm:presLayoutVars>
      </dgm:prSet>
      <dgm:spPr/>
    </dgm:pt>
    <dgm:pt modelId="{77424C5C-88FE-D44D-A02F-0276368AD453}" type="pres">
      <dgm:prSet presAssocID="{D3C60EAE-F656-554D-A06F-176ACB608E45}" presName="parTxOnly" presStyleLbl="node1" presStyleIdx="0" presStyleCnt="4">
        <dgm:presLayoutVars>
          <dgm:chMax val="0"/>
          <dgm:chPref val="0"/>
          <dgm:bulletEnabled val="1"/>
        </dgm:presLayoutVars>
      </dgm:prSet>
      <dgm:spPr/>
    </dgm:pt>
    <dgm:pt modelId="{B69EBACA-B05A-F24A-BC78-68D7AFA3A9A3}" type="pres">
      <dgm:prSet presAssocID="{C4419439-540C-784C-A5AD-849B842DA653}" presName="parTxOnlySpace" presStyleCnt="0"/>
      <dgm:spPr/>
    </dgm:pt>
    <dgm:pt modelId="{ECBF2121-5EB7-C249-9C2A-3E8EC1CC05F5}" type="pres">
      <dgm:prSet presAssocID="{AE04E745-8AEC-5744-9405-578052AD8DD3}" presName="parTxOnly" presStyleLbl="node1" presStyleIdx="1" presStyleCnt="4">
        <dgm:presLayoutVars>
          <dgm:chMax val="0"/>
          <dgm:chPref val="0"/>
          <dgm:bulletEnabled val="1"/>
        </dgm:presLayoutVars>
      </dgm:prSet>
      <dgm:spPr/>
    </dgm:pt>
    <dgm:pt modelId="{EF4836E5-ADE0-034C-8916-ED7158907EA0}" type="pres">
      <dgm:prSet presAssocID="{FC942A8F-E81B-5748-ACB3-6277124A7FE2}" presName="parTxOnlySpace" presStyleCnt="0"/>
      <dgm:spPr/>
    </dgm:pt>
    <dgm:pt modelId="{FE3A0351-4B91-F146-BE92-0F8143775D62}" type="pres">
      <dgm:prSet presAssocID="{48F3D478-5018-8044-A24F-3920C7F20033}" presName="parTxOnly" presStyleLbl="node1" presStyleIdx="2" presStyleCnt="4">
        <dgm:presLayoutVars>
          <dgm:chMax val="0"/>
          <dgm:chPref val="0"/>
          <dgm:bulletEnabled val="1"/>
        </dgm:presLayoutVars>
      </dgm:prSet>
      <dgm:spPr/>
    </dgm:pt>
    <dgm:pt modelId="{2F13D85D-4769-D94C-9E10-D1DCB0360229}" type="pres">
      <dgm:prSet presAssocID="{95ACB466-2AD8-D941-A61E-B1188E9EDC29}" presName="parTxOnlySpace" presStyleCnt="0"/>
      <dgm:spPr/>
    </dgm:pt>
    <dgm:pt modelId="{0FE13349-E54B-004A-834C-25535B8E2779}" type="pres">
      <dgm:prSet presAssocID="{F6044516-C30E-0B4B-9D93-8AC4D04074A5}" presName="parTxOnly" presStyleLbl="node1" presStyleIdx="3" presStyleCnt="4">
        <dgm:presLayoutVars>
          <dgm:chMax val="0"/>
          <dgm:chPref val="0"/>
          <dgm:bulletEnabled val="1"/>
        </dgm:presLayoutVars>
      </dgm:prSet>
      <dgm:spPr/>
    </dgm:pt>
  </dgm:ptLst>
  <dgm:cxnLst>
    <dgm:cxn modelId="{9E0B7776-32E8-A64B-BCFA-CBF067810CF1}" type="presOf" srcId="{48F3D478-5018-8044-A24F-3920C7F20033}" destId="{FE3A0351-4B91-F146-BE92-0F8143775D62}" srcOrd="0" destOrd="0" presId="urn:microsoft.com/office/officeart/2005/8/layout/chevron1"/>
    <dgm:cxn modelId="{00DD177E-6B9C-C94A-AF73-FA71915385F7}" srcId="{655842EA-011D-D143-A975-B40591B63586}" destId="{48F3D478-5018-8044-A24F-3920C7F20033}" srcOrd="2" destOrd="0" parTransId="{11840D93-D78D-5348-95A6-A7F6BFF42BE9}" sibTransId="{95ACB466-2AD8-D941-A61E-B1188E9EDC29}"/>
    <dgm:cxn modelId="{77F99281-48A2-184C-9686-0455449806B6}" type="presOf" srcId="{655842EA-011D-D143-A975-B40591B63586}" destId="{E7F0E0B1-6328-3948-AC74-28A3B9FC335C}" srcOrd="0" destOrd="0" presId="urn:microsoft.com/office/officeart/2005/8/layout/chevron1"/>
    <dgm:cxn modelId="{DDAA7889-24D7-5345-8940-A8E5A4248DE8}" srcId="{655842EA-011D-D143-A975-B40591B63586}" destId="{D3C60EAE-F656-554D-A06F-176ACB608E45}" srcOrd="0" destOrd="0" parTransId="{8E8C1645-ABCA-A64C-9A7B-E253003959E0}" sibTransId="{C4419439-540C-784C-A5AD-849B842DA653}"/>
    <dgm:cxn modelId="{E291BC89-2533-F249-BEF4-4B151023EC46}" type="presOf" srcId="{F6044516-C30E-0B4B-9D93-8AC4D04074A5}" destId="{0FE13349-E54B-004A-834C-25535B8E2779}" srcOrd="0" destOrd="0" presId="urn:microsoft.com/office/officeart/2005/8/layout/chevron1"/>
    <dgm:cxn modelId="{7744AE9B-07D6-F642-B0C2-6D86BDE27524}" srcId="{655842EA-011D-D143-A975-B40591B63586}" destId="{F6044516-C30E-0B4B-9D93-8AC4D04074A5}" srcOrd="3" destOrd="0" parTransId="{BCC83039-BA84-1046-9A65-1B8212D75C3E}" sibTransId="{D07329EB-9082-7145-B0DB-2643374956E9}"/>
    <dgm:cxn modelId="{2C06FA9E-A65C-0E4E-B0BD-7689D303AEB3}" srcId="{655842EA-011D-D143-A975-B40591B63586}" destId="{AE04E745-8AEC-5744-9405-578052AD8DD3}" srcOrd="1" destOrd="0" parTransId="{A3DFC3F5-608D-BF45-8A9B-2118A6729E6F}" sibTransId="{FC942A8F-E81B-5748-ACB3-6277124A7FE2}"/>
    <dgm:cxn modelId="{41BD8DD4-AA50-7D4B-803F-784479E37DD5}" type="presOf" srcId="{AE04E745-8AEC-5744-9405-578052AD8DD3}" destId="{ECBF2121-5EB7-C249-9C2A-3E8EC1CC05F5}" srcOrd="0" destOrd="0" presId="urn:microsoft.com/office/officeart/2005/8/layout/chevron1"/>
    <dgm:cxn modelId="{64BBDDE2-0D1C-CC44-9DAB-82412BF50146}" type="presOf" srcId="{D3C60EAE-F656-554D-A06F-176ACB608E45}" destId="{77424C5C-88FE-D44D-A02F-0276368AD453}" srcOrd="0" destOrd="0" presId="urn:microsoft.com/office/officeart/2005/8/layout/chevron1"/>
    <dgm:cxn modelId="{958FCF93-12A5-C04D-B641-C68D1DA04452}" type="presParOf" srcId="{E7F0E0B1-6328-3948-AC74-28A3B9FC335C}" destId="{77424C5C-88FE-D44D-A02F-0276368AD453}" srcOrd="0" destOrd="0" presId="urn:microsoft.com/office/officeart/2005/8/layout/chevron1"/>
    <dgm:cxn modelId="{3AED62CE-63E4-4B4E-AE71-5EFB5662BF1C}" type="presParOf" srcId="{E7F0E0B1-6328-3948-AC74-28A3B9FC335C}" destId="{B69EBACA-B05A-F24A-BC78-68D7AFA3A9A3}" srcOrd="1" destOrd="0" presId="urn:microsoft.com/office/officeart/2005/8/layout/chevron1"/>
    <dgm:cxn modelId="{F17EAF10-A193-3844-8D4F-5B5245FECB51}" type="presParOf" srcId="{E7F0E0B1-6328-3948-AC74-28A3B9FC335C}" destId="{ECBF2121-5EB7-C249-9C2A-3E8EC1CC05F5}" srcOrd="2" destOrd="0" presId="urn:microsoft.com/office/officeart/2005/8/layout/chevron1"/>
    <dgm:cxn modelId="{7F3134BD-851B-8849-AD9E-2B6683CE5816}" type="presParOf" srcId="{E7F0E0B1-6328-3948-AC74-28A3B9FC335C}" destId="{EF4836E5-ADE0-034C-8916-ED7158907EA0}" srcOrd="3" destOrd="0" presId="urn:microsoft.com/office/officeart/2005/8/layout/chevron1"/>
    <dgm:cxn modelId="{2C3D1B9C-9639-CB46-8E63-86301F2398E5}" type="presParOf" srcId="{E7F0E0B1-6328-3948-AC74-28A3B9FC335C}" destId="{FE3A0351-4B91-F146-BE92-0F8143775D62}" srcOrd="4" destOrd="0" presId="urn:microsoft.com/office/officeart/2005/8/layout/chevron1"/>
    <dgm:cxn modelId="{0CAED791-778A-1643-9256-E60326B03085}" type="presParOf" srcId="{E7F0E0B1-6328-3948-AC74-28A3B9FC335C}" destId="{2F13D85D-4769-D94C-9E10-D1DCB0360229}" srcOrd="5" destOrd="0" presId="urn:microsoft.com/office/officeart/2005/8/layout/chevron1"/>
    <dgm:cxn modelId="{2F7FCF20-3438-3E47-A610-4F8B30191E8E}" type="presParOf" srcId="{E7F0E0B1-6328-3948-AC74-28A3B9FC335C}" destId="{0FE13349-E54B-004A-834C-25535B8E2779}"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1B64E3-2359-D34B-BB0C-CCC1E04806FC}" type="doc">
      <dgm:prSet loTypeId="urn:microsoft.com/office/officeart/2005/8/layout/vProcess5" loCatId="" qsTypeId="urn:microsoft.com/office/officeart/2005/8/quickstyle/simple4#1" qsCatId="simple" csTypeId="urn:microsoft.com/office/officeart/2005/8/colors/accent1_3#1" csCatId="accent1" phldr="1"/>
      <dgm:spPr/>
      <dgm:t>
        <a:bodyPr/>
        <a:lstStyle/>
        <a:p>
          <a:endParaRPr lang="zh-CN" altLang="en-US"/>
        </a:p>
      </dgm:t>
    </dgm:pt>
    <dgm:pt modelId="{D1E54279-2200-3F4D-BF13-D4CAE74F6FC1}">
      <dgm:prSet phldrT="[文本]" custT="1"/>
      <dgm:spPr>
        <a:xfrm>
          <a:off x="16327" y="0"/>
          <a:ext cx="3034844" cy="1390640"/>
        </a:xfrm>
        <a:prstGeom prst="roundRect">
          <a:avLst>
            <a:gd name="adj" fmla="val 10000"/>
          </a:avLst>
        </a:prstGeom>
        <a:gradFill rotWithShape="0">
          <a:gsLst>
            <a:gs pos="0">
              <a:srgbClr val="002C71">
                <a:shade val="80000"/>
                <a:hueOff val="0"/>
                <a:satOff val="0"/>
                <a:lumOff val="0"/>
                <a:alphaOff val="0"/>
                <a:satMod val="103000"/>
                <a:lumMod val="102000"/>
                <a:tint val="94000"/>
              </a:srgbClr>
            </a:gs>
            <a:gs pos="50000">
              <a:srgbClr val="002C71">
                <a:shade val="80000"/>
                <a:hueOff val="0"/>
                <a:satOff val="0"/>
                <a:lumOff val="0"/>
                <a:alphaOff val="0"/>
                <a:satMod val="110000"/>
                <a:lumMod val="100000"/>
                <a:shade val="100000"/>
              </a:srgbClr>
            </a:gs>
            <a:gs pos="100000">
              <a:srgbClr val="002C71">
                <a:shade val="80000"/>
                <a:hueOff val="0"/>
                <a:satOff val="0"/>
                <a:lumOff val="0"/>
                <a:alphaOff val="0"/>
                <a:lumMod val="99000"/>
                <a:satMod val="120000"/>
                <a:shade val="78000"/>
              </a:srgbClr>
            </a:gs>
          </a:gsLst>
          <a:lin ang="5400000" scaled="0"/>
        </a:gradFill>
        <a:ln>
          <a:noFill/>
        </a:ln>
        <a:effectLst/>
      </dgm:spPr>
      <dgm:t>
        <a:bodyPr/>
        <a:lstStyle/>
        <a:p>
          <a:pPr algn="l">
            <a:buNone/>
          </a:pPr>
          <a:r>
            <a:rPr lang="en-US" altLang="zh-CN" sz="1700" dirty="0">
              <a:solidFill>
                <a:srgbClr val="FFFFFF"/>
              </a:solidFill>
              <a:latin typeface="微软雅黑" panose="020B0503020204020204" pitchFamily="34" charset="-122"/>
              <a:ea typeface="微软雅黑" panose="020B0503020204020204" pitchFamily="34" charset="-122"/>
              <a:cs typeface="+mn-cs"/>
            </a:rPr>
            <a:t>1.</a:t>
          </a:r>
          <a:r>
            <a:rPr lang="zh-CN" altLang="en-US" sz="1700" dirty="0">
              <a:solidFill>
                <a:srgbClr val="FFFFFF"/>
              </a:solidFill>
              <a:latin typeface="微软雅黑" panose="020B0503020204020204" pitchFamily="34" charset="-122"/>
              <a:ea typeface="微软雅黑" panose="020B0503020204020204" pitchFamily="34" charset="-122"/>
              <a:cs typeface="+mn-cs"/>
            </a:rPr>
            <a:t>同义词库 </a:t>
          </a:r>
          <a:endParaRPr lang="en-US" altLang="zh-CN" sz="1700" dirty="0">
            <a:solidFill>
              <a:srgbClr val="FFFFFF"/>
            </a:solidFill>
            <a:latin typeface="微软雅黑" panose="020B0503020204020204" pitchFamily="34" charset="-122"/>
            <a:ea typeface="微软雅黑" panose="020B0503020204020204" pitchFamily="34" charset="-122"/>
            <a:cs typeface="+mn-cs"/>
          </a:endParaRPr>
        </a:p>
        <a:p>
          <a:pPr algn="l">
            <a:buNone/>
          </a:pPr>
          <a:r>
            <a:rPr lang="en-US" altLang="zh-CN" sz="1700" dirty="0">
              <a:solidFill>
                <a:srgbClr val="FFFFFF"/>
              </a:solidFill>
              <a:latin typeface="微软雅黑" panose="020B0503020204020204" pitchFamily="34" charset="-122"/>
              <a:ea typeface="微软雅黑" panose="020B0503020204020204" pitchFamily="34" charset="-122"/>
              <a:cs typeface="+mn-cs"/>
            </a:rPr>
            <a:t>2.</a:t>
          </a:r>
          <a:r>
            <a:rPr lang="zh-CN" altLang="en-US" sz="1700" dirty="0">
              <a:solidFill>
                <a:srgbClr val="FFFFFF"/>
              </a:solidFill>
              <a:latin typeface="微软雅黑" panose="020B0503020204020204" pitchFamily="34" charset="-122"/>
              <a:ea typeface="微软雅黑" panose="020B0503020204020204" pitchFamily="34" charset="-122"/>
              <a:cs typeface="+mn-cs"/>
            </a:rPr>
            <a:t>行业术语库</a:t>
          </a:r>
          <a:r>
            <a:rPr lang="zh-CN" altLang="en-US" sz="1600" dirty="0">
              <a:solidFill>
                <a:srgbClr val="FFFFFF"/>
              </a:solidFill>
              <a:latin typeface="微软雅黑" panose="020B0503020204020204" pitchFamily="34" charset="-122"/>
              <a:ea typeface="微软雅黑" panose="020B0503020204020204" pitchFamily="34" charset="-122"/>
              <a:cs typeface="+mn-cs"/>
            </a:rPr>
            <a:t>（预处理策略）</a:t>
          </a:r>
        </a:p>
      </dgm:t>
    </dgm:pt>
    <dgm:pt modelId="{842303E2-F19D-7C41-99C4-D25FA9391335}" type="parTrans" cxnId="{A30C1B38-EB57-714D-AE59-58A2867CEB60}">
      <dgm:prSet/>
      <dgm:spPr/>
      <dgm:t>
        <a:bodyPr/>
        <a:lstStyle/>
        <a:p>
          <a:endParaRPr lang="zh-CN" altLang="en-US">
            <a:latin typeface="微软雅黑" panose="020B0503020204020204" pitchFamily="34" charset="-122"/>
            <a:ea typeface="微软雅黑" panose="020B0503020204020204" pitchFamily="34" charset="-122"/>
          </a:endParaRPr>
        </a:p>
      </dgm:t>
    </dgm:pt>
    <dgm:pt modelId="{AFAE2068-3501-F043-A9CB-2D7F35359143}" type="sibTrans" cxnId="{A30C1B38-EB57-714D-AE59-58A2867CEB60}">
      <dgm:prSet/>
      <dgm:spPr>
        <a:xfrm>
          <a:off x="2130927" y="1054568"/>
          <a:ext cx="903916" cy="903916"/>
        </a:xfrm>
        <a:prstGeom prst="downArrow">
          <a:avLst>
            <a:gd name="adj1" fmla="val 55000"/>
            <a:gd name="adj2" fmla="val 45000"/>
          </a:avLst>
        </a:prstGeom>
        <a:gradFill rotWithShape="0">
          <a:gsLst>
            <a:gs pos="0">
              <a:srgbClr val="0049A7">
                <a:lumMod val="5000"/>
                <a:lumOff val="95000"/>
                <a:alpha val="0"/>
              </a:srgbClr>
            </a:gs>
            <a:gs pos="74000">
              <a:srgbClr val="0049A7">
                <a:lumMod val="45000"/>
                <a:lumOff val="55000"/>
              </a:srgbClr>
            </a:gs>
            <a:gs pos="83000">
              <a:srgbClr val="0049A7">
                <a:lumMod val="45000"/>
                <a:lumOff val="55000"/>
              </a:srgbClr>
            </a:gs>
            <a:gs pos="100000">
              <a:srgbClr val="0049A7">
                <a:lumMod val="30000"/>
                <a:lumOff val="70000"/>
              </a:srgbClr>
            </a:gs>
          </a:gsLst>
          <a:lin ang="5400000" scaled="1"/>
        </a:gradFill>
        <a:ln w="6350" cap="flat" cmpd="sng" algn="ctr">
          <a:noFill/>
          <a:prstDash val="solid"/>
          <a:miter lim="800000"/>
        </a:ln>
        <a:effectLst/>
      </dgm:spPr>
      <dgm:t>
        <a:bodyPr/>
        <a:lstStyle/>
        <a:p>
          <a:pPr>
            <a:buNone/>
          </a:pPr>
          <a:endParaRPr lang="zh-CN" altLang="en-US">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4EDBF883-75D7-7040-A761-4C3E313E1F17}">
      <dgm:prSet phldrT="[文本]" custT="1"/>
      <dgm:spPr>
        <a:xfrm>
          <a:off x="44324" y="1622413"/>
          <a:ext cx="3034844" cy="1390640"/>
        </a:xfrm>
        <a:prstGeom prst="roundRect">
          <a:avLst>
            <a:gd name="adj" fmla="val 10000"/>
          </a:avLst>
        </a:prstGeom>
        <a:gradFill rotWithShape="0">
          <a:gsLst>
            <a:gs pos="0">
              <a:srgbClr val="002C71">
                <a:shade val="80000"/>
                <a:hueOff val="389472"/>
                <a:satOff val="-43715"/>
                <a:lumOff val="21542"/>
                <a:alphaOff val="0"/>
                <a:satMod val="103000"/>
                <a:lumMod val="102000"/>
                <a:tint val="94000"/>
              </a:srgbClr>
            </a:gs>
            <a:gs pos="50000">
              <a:srgbClr val="002C71">
                <a:shade val="80000"/>
                <a:hueOff val="389472"/>
                <a:satOff val="-43715"/>
                <a:lumOff val="21542"/>
                <a:alphaOff val="0"/>
                <a:satMod val="110000"/>
                <a:lumMod val="100000"/>
                <a:shade val="100000"/>
              </a:srgbClr>
            </a:gs>
            <a:gs pos="100000">
              <a:srgbClr val="002C71">
                <a:shade val="80000"/>
                <a:hueOff val="389472"/>
                <a:satOff val="-43715"/>
                <a:lumOff val="21542"/>
                <a:alphaOff val="0"/>
                <a:lumMod val="99000"/>
                <a:satMod val="120000"/>
                <a:shade val="78000"/>
              </a:srgbClr>
            </a:gs>
          </a:gsLst>
          <a:lin ang="5400000" scaled="0"/>
        </a:gradFill>
        <a:ln>
          <a:noFill/>
        </a:ln>
        <a:effectLst/>
      </dgm:spPr>
      <dgm:t>
        <a:bodyPr/>
        <a:lstStyle/>
        <a:p>
          <a:pPr>
            <a:buNone/>
          </a:pPr>
          <a:r>
            <a:rPr lang="zh-CN" altLang="en-US" sz="1700" dirty="0">
              <a:solidFill>
                <a:srgbClr val="FFFFFF"/>
              </a:solidFill>
              <a:latin typeface="微软雅黑" panose="020B0503020204020204" pitchFamily="34" charset="-122"/>
              <a:ea typeface="微软雅黑" panose="020B0503020204020204" pitchFamily="34" charset="-122"/>
              <a:cs typeface="+mn-cs"/>
            </a:rPr>
            <a:t>  </a:t>
          </a:r>
          <a:r>
            <a:rPr lang="en-US" altLang="zh-CN" sz="1700" dirty="0">
              <a:solidFill>
                <a:srgbClr val="FFFFFF"/>
              </a:solidFill>
              <a:latin typeface="微软雅黑" panose="020B0503020204020204" pitchFamily="34" charset="-122"/>
              <a:ea typeface="微软雅黑" panose="020B0503020204020204" pitchFamily="34" charset="-122"/>
              <a:cs typeface="+mn-cs"/>
            </a:rPr>
            <a:t>QA</a:t>
          </a:r>
          <a:r>
            <a:rPr lang="zh-CN" altLang="en-US" sz="1700" dirty="0">
              <a:solidFill>
                <a:srgbClr val="FFFFFF"/>
              </a:solidFill>
              <a:latin typeface="微软雅黑" panose="020B0503020204020204" pitchFamily="34" charset="-122"/>
              <a:ea typeface="微软雅黑" panose="020B0503020204020204" pitchFamily="34" charset="-122"/>
              <a:cs typeface="+mn-cs"/>
            </a:rPr>
            <a:t>类型语料库</a:t>
          </a:r>
          <a:endParaRPr lang="en-US" altLang="zh-CN" sz="1700" dirty="0">
            <a:solidFill>
              <a:srgbClr val="FFFFFF"/>
            </a:solidFill>
            <a:latin typeface="微软雅黑" panose="020B0503020204020204" pitchFamily="34" charset="-122"/>
            <a:ea typeface="微软雅黑" panose="020B0503020204020204" pitchFamily="34" charset="-122"/>
            <a:cs typeface="+mn-cs"/>
          </a:endParaRPr>
        </a:p>
        <a:p>
          <a:pPr>
            <a:buNone/>
          </a:pPr>
          <a:r>
            <a:rPr lang="zh-CN" altLang="en-US" sz="1600" dirty="0">
              <a:solidFill>
                <a:srgbClr val="FFFFFF"/>
              </a:solidFill>
              <a:latin typeface="微软雅黑" panose="020B0503020204020204" pitchFamily="34" charset="-122"/>
              <a:ea typeface="微软雅黑" panose="020B0503020204020204" pitchFamily="34" charset="-122"/>
              <a:cs typeface="+mn-cs"/>
            </a:rPr>
            <a:t>（一级检索策）</a:t>
          </a:r>
          <a:endParaRPr lang="en-US" altLang="zh-CN" sz="1600" dirty="0">
            <a:solidFill>
              <a:srgbClr val="FFFFFF"/>
            </a:solidFill>
            <a:latin typeface="微软雅黑" panose="020B0503020204020204" pitchFamily="34" charset="-122"/>
            <a:ea typeface="微软雅黑" panose="020B0503020204020204" pitchFamily="34" charset="-122"/>
            <a:cs typeface="+mn-cs"/>
          </a:endParaRPr>
        </a:p>
      </dgm:t>
    </dgm:pt>
    <dgm:pt modelId="{752329FD-1098-9940-88FC-25F52CB6B57C}" type="parTrans" cxnId="{8EE017BC-B07B-DF45-8B63-739985A68BEB}">
      <dgm:prSet/>
      <dgm:spPr/>
      <dgm:t>
        <a:bodyPr/>
        <a:lstStyle/>
        <a:p>
          <a:endParaRPr lang="zh-CN" altLang="en-US">
            <a:latin typeface="微软雅黑" panose="020B0503020204020204" pitchFamily="34" charset="-122"/>
            <a:ea typeface="微软雅黑" panose="020B0503020204020204" pitchFamily="34" charset="-122"/>
          </a:endParaRPr>
        </a:p>
      </dgm:t>
    </dgm:pt>
    <dgm:pt modelId="{F7862BCE-70F5-4A47-949E-CAA3AFFA18BE}" type="sibTrans" cxnId="{8EE017BC-B07B-DF45-8B63-739985A68BEB}">
      <dgm:prSet/>
      <dgm:spPr>
        <a:xfrm>
          <a:off x="2088466" y="2667711"/>
          <a:ext cx="903916" cy="903916"/>
        </a:xfrm>
        <a:prstGeom prst="downArrow">
          <a:avLst>
            <a:gd name="adj1" fmla="val 55000"/>
            <a:gd name="adj2" fmla="val 45000"/>
          </a:avLst>
        </a:prstGeom>
        <a:gradFill flip="none" rotWithShape="1">
          <a:gsLst>
            <a:gs pos="0">
              <a:srgbClr val="0049A7">
                <a:lumMod val="5000"/>
                <a:lumOff val="95000"/>
                <a:alpha val="0"/>
              </a:srgbClr>
            </a:gs>
            <a:gs pos="74000">
              <a:srgbClr val="0049A7">
                <a:lumMod val="45000"/>
                <a:lumOff val="55000"/>
              </a:srgbClr>
            </a:gs>
            <a:gs pos="83000">
              <a:srgbClr val="0049A7">
                <a:lumMod val="45000"/>
                <a:lumOff val="55000"/>
              </a:srgbClr>
            </a:gs>
            <a:gs pos="100000">
              <a:srgbClr val="0049A7">
                <a:lumMod val="30000"/>
                <a:lumOff val="70000"/>
              </a:srgbClr>
            </a:gs>
          </a:gsLst>
          <a:lin ang="5400000" scaled="1"/>
          <a:tileRect/>
        </a:gradFill>
        <a:ln w="6350" cap="flat" cmpd="sng" algn="ctr">
          <a:noFill/>
          <a:prstDash val="solid"/>
          <a:miter lim="800000"/>
        </a:ln>
        <a:effectLst/>
      </dgm:spPr>
      <dgm:t>
        <a:bodyPr/>
        <a:lstStyle/>
        <a:p>
          <a:pPr>
            <a:buNone/>
          </a:pPr>
          <a:endParaRPr lang="zh-CN" altLang="en-US">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6B3BB11C-4541-3440-9544-FDA0E0B61C59}">
      <dgm:prSet phldrT="[文本]" custT="1"/>
      <dgm:spPr>
        <a:xfrm>
          <a:off x="44340" y="3244827"/>
          <a:ext cx="3034844" cy="1390640"/>
        </a:xfrm>
        <a:prstGeom prst="roundRect">
          <a:avLst>
            <a:gd name="adj" fmla="val 10000"/>
          </a:avLst>
        </a:prstGeom>
        <a:gradFill flip="none" rotWithShape="1">
          <a:gsLst>
            <a:gs pos="0">
              <a:srgbClr val="002C71">
                <a:lumMod val="5000"/>
                <a:lumOff val="95000"/>
              </a:srgbClr>
            </a:gs>
            <a:gs pos="0">
              <a:srgbClr val="002C71">
                <a:lumMod val="45000"/>
                <a:lumOff val="55000"/>
              </a:srgbClr>
            </a:gs>
            <a:gs pos="73000">
              <a:srgbClr val="002C71">
                <a:lumMod val="45000"/>
                <a:lumOff val="55000"/>
              </a:srgbClr>
            </a:gs>
            <a:gs pos="100000">
              <a:srgbClr val="002C71">
                <a:lumMod val="30000"/>
                <a:lumOff val="70000"/>
              </a:srgbClr>
            </a:gs>
          </a:gsLst>
          <a:lin ang="5400000" scaled="1"/>
          <a:tileRect/>
        </a:gradFill>
        <a:ln>
          <a:noFill/>
        </a:ln>
        <a:effectLst/>
      </dgm:spPr>
      <dgm:t>
        <a:bodyPr/>
        <a:lstStyle/>
        <a:p>
          <a:pPr>
            <a:buNone/>
          </a:pPr>
          <a:r>
            <a:rPr lang="zh-CN" altLang="en-US" sz="1700" dirty="0">
              <a:solidFill>
                <a:srgbClr val="FFFFFF"/>
              </a:solidFill>
              <a:latin typeface="微软雅黑" panose="020B0503020204020204" pitchFamily="34" charset="-122"/>
              <a:ea typeface="微软雅黑" panose="020B0503020204020204" pitchFamily="34" charset="-122"/>
              <a:cs typeface="+mn-cs"/>
            </a:rPr>
            <a:t>  文本类型语料</a:t>
          </a:r>
          <a:endParaRPr lang="en-US" altLang="zh-CN" sz="1700" dirty="0">
            <a:solidFill>
              <a:srgbClr val="FFFFFF"/>
            </a:solidFill>
            <a:latin typeface="微软雅黑" panose="020B0503020204020204" pitchFamily="34" charset="-122"/>
            <a:ea typeface="微软雅黑" panose="020B0503020204020204" pitchFamily="34" charset="-122"/>
            <a:cs typeface="+mn-cs"/>
          </a:endParaRPr>
        </a:p>
        <a:p>
          <a:pPr>
            <a:buNone/>
          </a:pPr>
          <a:r>
            <a:rPr lang="zh-CN" altLang="en-US" sz="1600" dirty="0">
              <a:solidFill>
                <a:srgbClr val="FFFFFF"/>
              </a:solidFill>
              <a:latin typeface="微软雅黑" panose="020B0503020204020204" pitchFamily="34" charset="-122"/>
              <a:ea typeface="微软雅黑" panose="020B0503020204020204" pitchFamily="34" charset="-122"/>
              <a:cs typeface="+mn-cs"/>
            </a:rPr>
            <a:t>（二级检索策）</a:t>
          </a:r>
          <a:endParaRPr lang="en-US" altLang="zh-CN" sz="1600" dirty="0">
            <a:solidFill>
              <a:srgbClr val="FFFFFF"/>
            </a:solidFill>
            <a:latin typeface="微软雅黑" panose="020B0503020204020204" pitchFamily="34" charset="-122"/>
            <a:ea typeface="微软雅黑" panose="020B0503020204020204" pitchFamily="34" charset="-122"/>
            <a:cs typeface="+mn-cs"/>
          </a:endParaRPr>
        </a:p>
      </dgm:t>
    </dgm:pt>
    <dgm:pt modelId="{EECE62A9-E0E7-0343-B753-A824F158761E}" type="parTrans" cxnId="{0098E6DE-D2B4-8C45-AE63-F68312D94628}">
      <dgm:prSet/>
      <dgm:spPr/>
      <dgm:t>
        <a:bodyPr/>
        <a:lstStyle/>
        <a:p>
          <a:endParaRPr lang="zh-CN" altLang="en-US">
            <a:latin typeface="微软雅黑" panose="020B0503020204020204" pitchFamily="34" charset="-122"/>
            <a:ea typeface="微软雅黑" panose="020B0503020204020204" pitchFamily="34" charset="-122"/>
          </a:endParaRPr>
        </a:p>
      </dgm:t>
    </dgm:pt>
    <dgm:pt modelId="{2B39D3F5-4FDC-884E-B3BF-2BAB1528A406}" type="sibTrans" cxnId="{0098E6DE-D2B4-8C45-AE63-F68312D94628}">
      <dgm:prSet/>
      <dgm:spPr/>
      <dgm:t>
        <a:bodyPr/>
        <a:lstStyle/>
        <a:p>
          <a:endParaRPr lang="zh-CN" altLang="en-US">
            <a:latin typeface="微软雅黑" panose="020B0503020204020204" pitchFamily="34" charset="-122"/>
            <a:ea typeface="微软雅黑" panose="020B0503020204020204" pitchFamily="34" charset="-122"/>
          </a:endParaRPr>
        </a:p>
      </dgm:t>
    </dgm:pt>
    <dgm:pt modelId="{CDA87589-F0E3-8649-AA60-6C14141C3032}" type="pres">
      <dgm:prSet presAssocID="{A71B64E3-2359-D34B-BB0C-CCC1E04806FC}" presName="outerComposite" presStyleCnt="0">
        <dgm:presLayoutVars>
          <dgm:chMax val="5"/>
          <dgm:dir/>
          <dgm:resizeHandles val="exact"/>
        </dgm:presLayoutVars>
      </dgm:prSet>
      <dgm:spPr/>
    </dgm:pt>
    <dgm:pt modelId="{9F1F0465-069C-7C49-A4EE-4C91E62FA6EC}" type="pres">
      <dgm:prSet presAssocID="{A71B64E3-2359-D34B-BB0C-CCC1E04806FC}" presName="dummyMaxCanvas" presStyleCnt="0">
        <dgm:presLayoutVars/>
      </dgm:prSet>
      <dgm:spPr/>
    </dgm:pt>
    <dgm:pt modelId="{14CD37AF-3930-8647-9732-34B5AFD26401}" type="pres">
      <dgm:prSet presAssocID="{A71B64E3-2359-D34B-BB0C-CCC1E04806FC}" presName="ThreeNodes_1" presStyleLbl="node1" presStyleIdx="0" presStyleCnt="3" custLinFactNeighborX="538">
        <dgm:presLayoutVars>
          <dgm:bulletEnabled val="1"/>
        </dgm:presLayoutVars>
      </dgm:prSet>
      <dgm:spPr/>
    </dgm:pt>
    <dgm:pt modelId="{22094D45-1836-0E4B-93A4-91846EE32B41}" type="pres">
      <dgm:prSet presAssocID="{A71B64E3-2359-D34B-BB0C-CCC1E04806FC}" presName="ThreeNodes_2" presStyleLbl="node1" presStyleIdx="1" presStyleCnt="3" custLinFactNeighborX="-7363">
        <dgm:presLayoutVars>
          <dgm:bulletEnabled val="1"/>
        </dgm:presLayoutVars>
      </dgm:prSet>
      <dgm:spPr/>
    </dgm:pt>
    <dgm:pt modelId="{E1595FA9-463B-1C40-B187-449D2E00190E}" type="pres">
      <dgm:prSet presAssocID="{A71B64E3-2359-D34B-BB0C-CCC1E04806FC}" presName="ThreeNodes_3" presStyleLbl="node1" presStyleIdx="2" presStyleCnt="3" custLinFactNeighborX="-16186">
        <dgm:presLayoutVars>
          <dgm:bulletEnabled val="1"/>
        </dgm:presLayoutVars>
      </dgm:prSet>
      <dgm:spPr/>
    </dgm:pt>
    <dgm:pt modelId="{B151C427-8E02-2042-917B-B0F4A6431087}" type="pres">
      <dgm:prSet presAssocID="{A71B64E3-2359-D34B-BB0C-CCC1E04806FC}" presName="ThreeConn_1-2" presStyleLbl="fgAccFollowNode1" presStyleIdx="0" presStyleCnt="2">
        <dgm:presLayoutVars>
          <dgm:bulletEnabled val="1"/>
        </dgm:presLayoutVars>
      </dgm:prSet>
      <dgm:spPr/>
    </dgm:pt>
    <dgm:pt modelId="{C469AEF9-542E-BA47-9A2C-0EB802E8DD5C}" type="pres">
      <dgm:prSet presAssocID="{A71B64E3-2359-D34B-BB0C-CCC1E04806FC}" presName="ThreeConn_2-3" presStyleLbl="fgAccFollowNode1" presStyleIdx="1" presStyleCnt="2" custLinFactNeighborX="-34322">
        <dgm:presLayoutVars>
          <dgm:bulletEnabled val="1"/>
        </dgm:presLayoutVars>
      </dgm:prSet>
      <dgm:spPr/>
    </dgm:pt>
    <dgm:pt modelId="{8FEF37A7-9CAE-9249-87AB-24555EF1DBA5}" type="pres">
      <dgm:prSet presAssocID="{A71B64E3-2359-D34B-BB0C-CCC1E04806FC}" presName="ThreeNodes_1_text" presStyleLbl="node1" presStyleIdx="2" presStyleCnt="3">
        <dgm:presLayoutVars>
          <dgm:bulletEnabled val="1"/>
        </dgm:presLayoutVars>
      </dgm:prSet>
      <dgm:spPr/>
    </dgm:pt>
    <dgm:pt modelId="{1D68C902-34F6-2D4D-87C8-0383FE8529B7}" type="pres">
      <dgm:prSet presAssocID="{A71B64E3-2359-D34B-BB0C-CCC1E04806FC}" presName="ThreeNodes_2_text" presStyleLbl="node1" presStyleIdx="2" presStyleCnt="3">
        <dgm:presLayoutVars>
          <dgm:bulletEnabled val="1"/>
        </dgm:presLayoutVars>
      </dgm:prSet>
      <dgm:spPr/>
    </dgm:pt>
    <dgm:pt modelId="{38282656-2D3A-054B-9CD7-5FB4268C1AA2}" type="pres">
      <dgm:prSet presAssocID="{A71B64E3-2359-D34B-BB0C-CCC1E04806FC}" presName="ThreeNodes_3_text" presStyleLbl="node1" presStyleIdx="2" presStyleCnt="3">
        <dgm:presLayoutVars>
          <dgm:bulletEnabled val="1"/>
        </dgm:presLayoutVars>
      </dgm:prSet>
      <dgm:spPr/>
    </dgm:pt>
  </dgm:ptLst>
  <dgm:cxnLst>
    <dgm:cxn modelId="{7BA24508-0E3A-454E-B478-6BB621BADD62}" type="presOf" srcId="{F7862BCE-70F5-4A47-949E-CAA3AFFA18BE}" destId="{C469AEF9-542E-BA47-9A2C-0EB802E8DD5C}" srcOrd="0" destOrd="0" presId="urn:microsoft.com/office/officeart/2005/8/layout/vProcess5"/>
    <dgm:cxn modelId="{D0B52A16-5209-CE42-A7F2-FD508B186533}" type="presOf" srcId="{6B3BB11C-4541-3440-9544-FDA0E0B61C59}" destId="{38282656-2D3A-054B-9CD7-5FB4268C1AA2}" srcOrd="1" destOrd="0" presId="urn:microsoft.com/office/officeart/2005/8/layout/vProcess5"/>
    <dgm:cxn modelId="{8C915D22-6AE6-184A-BB01-D44C9B2B329F}" type="presOf" srcId="{D1E54279-2200-3F4D-BF13-D4CAE74F6FC1}" destId="{14CD37AF-3930-8647-9732-34B5AFD26401}" srcOrd="0" destOrd="0" presId="urn:microsoft.com/office/officeart/2005/8/layout/vProcess5"/>
    <dgm:cxn modelId="{E6205A30-F092-AD40-80D3-F38A50851D9F}" type="presOf" srcId="{AFAE2068-3501-F043-A9CB-2D7F35359143}" destId="{B151C427-8E02-2042-917B-B0F4A6431087}" srcOrd="0" destOrd="0" presId="urn:microsoft.com/office/officeart/2005/8/layout/vProcess5"/>
    <dgm:cxn modelId="{A30C1B38-EB57-714D-AE59-58A2867CEB60}" srcId="{A71B64E3-2359-D34B-BB0C-CCC1E04806FC}" destId="{D1E54279-2200-3F4D-BF13-D4CAE74F6FC1}" srcOrd="0" destOrd="0" parTransId="{842303E2-F19D-7C41-99C4-D25FA9391335}" sibTransId="{AFAE2068-3501-F043-A9CB-2D7F35359143}"/>
    <dgm:cxn modelId="{7DCFF354-18E5-C640-A0B6-31C6142C5B20}" type="presOf" srcId="{4EDBF883-75D7-7040-A761-4C3E313E1F17}" destId="{1D68C902-34F6-2D4D-87C8-0383FE8529B7}" srcOrd="1" destOrd="0" presId="urn:microsoft.com/office/officeart/2005/8/layout/vProcess5"/>
    <dgm:cxn modelId="{57F9D56C-758E-F44C-B846-C7765AB2C9BD}" type="presOf" srcId="{6B3BB11C-4541-3440-9544-FDA0E0B61C59}" destId="{E1595FA9-463B-1C40-B187-449D2E00190E}" srcOrd="0" destOrd="0" presId="urn:microsoft.com/office/officeart/2005/8/layout/vProcess5"/>
    <dgm:cxn modelId="{2A4AE988-7EA9-364F-BE0B-E18130EEA8E7}" type="presOf" srcId="{4EDBF883-75D7-7040-A761-4C3E313E1F17}" destId="{22094D45-1836-0E4B-93A4-91846EE32B41}" srcOrd="0" destOrd="0" presId="urn:microsoft.com/office/officeart/2005/8/layout/vProcess5"/>
    <dgm:cxn modelId="{17CB0691-5BE9-3548-A8E0-80ABC7CFE46B}" type="presOf" srcId="{D1E54279-2200-3F4D-BF13-D4CAE74F6FC1}" destId="{8FEF37A7-9CAE-9249-87AB-24555EF1DBA5}" srcOrd="1" destOrd="0" presId="urn:microsoft.com/office/officeart/2005/8/layout/vProcess5"/>
    <dgm:cxn modelId="{D6C50E98-BDB2-524E-8FBA-F2D49FC817FC}" type="presOf" srcId="{A71B64E3-2359-D34B-BB0C-CCC1E04806FC}" destId="{CDA87589-F0E3-8649-AA60-6C14141C3032}" srcOrd="0" destOrd="0" presId="urn:microsoft.com/office/officeart/2005/8/layout/vProcess5"/>
    <dgm:cxn modelId="{8EE017BC-B07B-DF45-8B63-739985A68BEB}" srcId="{A71B64E3-2359-D34B-BB0C-CCC1E04806FC}" destId="{4EDBF883-75D7-7040-A761-4C3E313E1F17}" srcOrd="1" destOrd="0" parTransId="{752329FD-1098-9940-88FC-25F52CB6B57C}" sibTransId="{F7862BCE-70F5-4A47-949E-CAA3AFFA18BE}"/>
    <dgm:cxn modelId="{0098E6DE-D2B4-8C45-AE63-F68312D94628}" srcId="{A71B64E3-2359-D34B-BB0C-CCC1E04806FC}" destId="{6B3BB11C-4541-3440-9544-FDA0E0B61C59}" srcOrd="2" destOrd="0" parTransId="{EECE62A9-E0E7-0343-B753-A824F158761E}" sibTransId="{2B39D3F5-4FDC-884E-B3BF-2BAB1528A406}"/>
    <dgm:cxn modelId="{F02C491B-CBB8-C74B-AF1B-C05F0A91930E}" type="presParOf" srcId="{CDA87589-F0E3-8649-AA60-6C14141C3032}" destId="{9F1F0465-069C-7C49-A4EE-4C91E62FA6EC}" srcOrd="0" destOrd="0" presId="urn:microsoft.com/office/officeart/2005/8/layout/vProcess5"/>
    <dgm:cxn modelId="{7103E269-8F63-E140-9427-9EE3B6C3C9F7}" type="presParOf" srcId="{CDA87589-F0E3-8649-AA60-6C14141C3032}" destId="{14CD37AF-3930-8647-9732-34B5AFD26401}" srcOrd="1" destOrd="0" presId="urn:microsoft.com/office/officeart/2005/8/layout/vProcess5"/>
    <dgm:cxn modelId="{28CD9D34-51AC-C44E-9EDF-465FAD4A31F4}" type="presParOf" srcId="{CDA87589-F0E3-8649-AA60-6C14141C3032}" destId="{22094D45-1836-0E4B-93A4-91846EE32B41}" srcOrd="2" destOrd="0" presId="urn:microsoft.com/office/officeart/2005/8/layout/vProcess5"/>
    <dgm:cxn modelId="{4ED1BD0F-4898-D049-B927-0419DE2A2F95}" type="presParOf" srcId="{CDA87589-F0E3-8649-AA60-6C14141C3032}" destId="{E1595FA9-463B-1C40-B187-449D2E00190E}" srcOrd="3" destOrd="0" presId="urn:microsoft.com/office/officeart/2005/8/layout/vProcess5"/>
    <dgm:cxn modelId="{3CD1396F-A26D-0B45-86A7-8F0D36825E12}" type="presParOf" srcId="{CDA87589-F0E3-8649-AA60-6C14141C3032}" destId="{B151C427-8E02-2042-917B-B0F4A6431087}" srcOrd="4" destOrd="0" presId="urn:microsoft.com/office/officeart/2005/8/layout/vProcess5"/>
    <dgm:cxn modelId="{94641035-D46D-AB4E-B1F7-F86C18B54A33}" type="presParOf" srcId="{CDA87589-F0E3-8649-AA60-6C14141C3032}" destId="{C469AEF9-542E-BA47-9A2C-0EB802E8DD5C}" srcOrd="5" destOrd="0" presId="urn:microsoft.com/office/officeart/2005/8/layout/vProcess5"/>
    <dgm:cxn modelId="{8F3D0D95-6C03-E044-8EFF-6161A9E9DA16}" type="presParOf" srcId="{CDA87589-F0E3-8649-AA60-6C14141C3032}" destId="{8FEF37A7-9CAE-9249-87AB-24555EF1DBA5}" srcOrd="6" destOrd="0" presId="urn:microsoft.com/office/officeart/2005/8/layout/vProcess5"/>
    <dgm:cxn modelId="{E6A04F8E-B0EE-7A40-8D99-A7CC915FF38E}" type="presParOf" srcId="{CDA87589-F0E3-8649-AA60-6C14141C3032}" destId="{1D68C902-34F6-2D4D-87C8-0383FE8529B7}" srcOrd="7" destOrd="0" presId="urn:microsoft.com/office/officeart/2005/8/layout/vProcess5"/>
    <dgm:cxn modelId="{E556B0F3-2EA8-CC41-BAA2-44CB9A508106}" type="presParOf" srcId="{CDA87589-F0E3-8649-AA60-6C14141C3032}" destId="{38282656-2D3A-054B-9CD7-5FB4268C1AA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10D9E2-590E-754D-A2BD-F9FDF1B74A8F}" type="doc">
      <dgm:prSet loTypeId="urn:microsoft.com/office/officeart/2005/8/layout/hierarchy3#1" loCatId="" qsTypeId="urn:microsoft.com/office/officeart/2005/8/quickstyle/3d5#1" qsCatId="3D" csTypeId="urn:microsoft.com/office/officeart/2005/8/colors/colorful2#1" csCatId="colorful" phldr="1"/>
      <dgm:spPr/>
      <dgm:t>
        <a:bodyPr/>
        <a:lstStyle/>
        <a:p>
          <a:endParaRPr lang="zh-CN" altLang="en-US"/>
        </a:p>
      </dgm:t>
    </dgm:pt>
    <dgm:pt modelId="{BE59180D-1E7C-174C-A10A-54034D984C45}">
      <dgm:prSet phldrT="[文本]"/>
      <dgm:spPr>
        <a:xfrm>
          <a:off x="315334" y="0"/>
          <a:ext cx="2095159" cy="1047579"/>
        </a:xfrm>
        <a:prstGeom prst="roundRect">
          <a:avLst>
            <a:gd name="adj" fmla="val 10000"/>
          </a:avLst>
        </a:prstGeom>
        <a:solidFill>
          <a:srgbClr val="002C71">
            <a:lumMod val="75000"/>
          </a:srgbClr>
        </a:solidFill>
        <a:ln>
          <a:noFill/>
        </a:ln>
        <a:effectLst/>
        <a:sp3d extrusionH="381000" contourW="38100" prstMaterial="matte">
          <a:contourClr>
            <a:srgbClr val="FFFFFF"/>
          </a:contourClr>
        </a:sp3d>
      </dgm:spPr>
      <dgm:t>
        <a:bodyPr/>
        <a:lstStyle/>
        <a:p>
          <a:pPr>
            <a:buNone/>
          </a:pPr>
          <a:r>
            <a:rPr lang="zh-CN" altLang="en-US" dirty="0">
              <a:solidFill>
                <a:srgbClr val="FFFFFF"/>
              </a:solidFill>
              <a:latin typeface="微软雅黑" panose="020B0503020204020204" pitchFamily="34" charset="-122"/>
              <a:ea typeface="微软雅黑" panose="020B0503020204020204" pitchFamily="34" charset="-122"/>
              <a:cs typeface="+mn-cs"/>
            </a:rPr>
            <a:t>检索  </a:t>
          </a:r>
          <a:r>
            <a:rPr lang="en-US" altLang="zh-CN" dirty="0">
              <a:solidFill>
                <a:srgbClr val="FFFFFF"/>
              </a:solidFill>
              <a:latin typeface="微软雅黑" panose="020B0503020204020204" pitchFamily="34" charset="-122"/>
              <a:ea typeface="微软雅黑" panose="020B0503020204020204" pitchFamily="34" charset="-122"/>
              <a:cs typeface="+mn-cs"/>
            </a:rPr>
            <a:t>L1</a:t>
          </a:r>
        </a:p>
        <a:p>
          <a:pPr>
            <a:buNone/>
          </a:pPr>
          <a:r>
            <a:rPr lang="zh-CN" altLang="en-US" dirty="0">
              <a:solidFill>
                <a:srgbClr val="FFFFFF"/>
              </a:solidFill>
              <a:latin typeface="微软雅黑" panose="020B0503020204020204" pitchFamily="34" charset="-122"/>
              <a:ea typeface="微软雅黑" panose="020B0503020204020204" pitchFamily="34" charset="-122"/>
              <a:cs typeface="+mn-cs"/>
            </a:rPr>
            <a:t>（</a:t>
          </a:r>
          <a:r>
            <a:rPr lang="en-US" altLang="zh-CN" dirty="0">
              <a:solidFill>
                <a:srgbClr val="FFFFFF"/>
              </a:solidFill>
              <a:latin typeface="微软雅黑" panose="020B0503020204020204" pitchFamily="34" charset="-122"/>
              <a:ea typeface="微软雅黑" panose="020B0503020204020204" pitchFamily="34" charset="-122"/>
              <a:cs typeface="+mn-cs"/>
            </a:rPr>
            <a:t>Retrieval</a:t>
          </a:r>
          <a:r>
            <a:rPr lang="zh-CN" altLang="en-US" dirty="0">
              <a:solidFill>
                <a:srgbClr val="FFFFFF"/>
              </a:solidFill>
              <a:latin typeface="微软雅黑" panose="020B0503020204020204" pitchFamily="34" charset="-122"/>
              <a:ea typeface="微软雅黑" panose="020B0503020204020204" pitchFamily="34" charset="-122"/>
              <a:cs typeface="+mn-cs"/>
            </a:rPr>
            <a:t>）</a:t>
          </a:r>
        </a:p>
      </dgm:t>
    </dgm:pt>
    <dgm:pt modelId="{C16D547F-EBF5-CA44-898B-7FC8DC839863}" type="parTrans" cxnId="{45EC2ECF-B473-6144-99C1-9FF3ADD8D806}">
      <dgm:prSet/>
      <dgm:spPr/>
      <dgm:t>
        <a:bodyPr/>
        <a:lstStyle/>
        <a:p>
          <a:endParaRPr lang="zh-CN" altLang="en-US"/>
        </a:p>
      </dgm:t>
    </dgm:pt>
    <dgm:pt modelId="{B408270C-8E2C-654E-B04B-9977AC9633F9}" type="sibTrans" cxnId="{45EC2ECF-B473-6144-99C1-9FF3ADD8D806}">
      <dgm:prSet/>
      <dgm:spPr/>
      <dgm:t>
        <a:bodyPr/>
        <a:lstStyle/>
        <a:p>
          <a:endParaRPr lang="zh-CN" altLang="en-US"/>
        </a:p>
      </dgm:t>
    </dgm:pt>
    <dgm:pt modelId="{D0AF2B5B-0203-D043-971F-380247490651}">
      <dgm:prSet phldrT="[文本]" custT="1"/>
      <dgm:spPr>
        <a:xfrm>
          <a:off x="1314788" y="1312396"/>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0"/>
              <a:satOff val="0"/>
              <a:lumOff val="0"/>
              <a:alphaOff val="0"/>
            </a:srgbClr>
          </a:solidFill>
          <a:prstDash val="solid"/>
          <a:miter lim="800000"/>
        </a:ln>
        <a:effectLst/>
        <a:sp3d z="-400500" extrusionH="63500" prstMaterial="matte"/>
      </dgm:spPr>
      <dgm:t>
        <a:bodyPr/>
        <a:lstStyle/>
        <a:p>
          <a:pPr>
            <a:buNone/>
          </a:pP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传统全文搜索方法 </a:t>
          </a: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Keyword)</a:t>
          </a:r>
          <a:endParaRPr lang="zh-CN" altLang="en-US" sz="16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8C01FA61-7FC3-7149-AB02-ED86BF069194}" type="parTrans" cxnId="{1A94CE00-9394-FA41-9E74-76AEA9F0140F}">
      <dgm:prSet/>
      <dgm:spPr>
        <a:xfrm>
          <a:off x="524850" y="1047579"/>
          <a:ext cx="789938" cy="788606"/>
        </a:xfrm>
        <a:custGeom>
          <a:avLst/>
          <a:gdLst/>
          <a:ahLst/>
          <a:cxnLst/>
          <a:rect l="0" t="0" r="0" b="0"/>
          <a:pathLst>
            <a:path>
              <a:moveTo>
                <a:pt x="0" y="0"/>
              </a:moveTo>
              <a:lnTo>
                <a:pt x="0" y="788606"/>
              </a:lnTo>
              <a:lnTo>
                <a:pt x="789938" y="788606"/>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E6B0E532-0C78-9647-BEB3-538D976B95CB}" type="sibTrans" cxnId="{1A94CE00-9394-FA41-9E74-76AEA9F0140F}">
      <dgm:prSet/>
      <dgm:spPr/>
      <dgm:t>
        <a:bodyPr/>
        <a:lstStyle/>
        <a:p>
          <a:endParaRPr lang="zh-CN" altLang="en-US"/>
        </a:p>
      </dgm:t>
    </dgm:pt>
    <dgm:pt modelId="{BD944300-D6EE-9C43-A7C1-CB3926D17D9B}">
      <dgm:prSet phldrT="[文本]" custT="1"/>
      <dgm:spPr>
        <a:xfrm>
          <a:off x="1314788" y="2621870"/>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278743"/>
              <a:satOff val="-4760"/>
              <a:lumOff val="10981"/>
              <a:alphaOff val="0"/>
            </a:srgbClr>
          </a:solidFill>
          <a:prstDash val="solid"/>
          <a:miter lim="800000"/>
        </a:ln>
        <a:effectLst/>
        <a:sp3d z="-400500" extrusionH="63500" prstMaterial="matte"/>
      </dgm:spPr>
      <dgm:t>
        <a:bodyPr/>
        <a:lstStyle/>
        <a:p>
          <a:pPr>
            <a:buNone/>
          </a:pP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向量表示法 </a:t>
          </a: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Vector)</a:t>
          </a:r>
          <a:endParaRPr lang="zh-CN" altLang="en-US" sz="16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AEF53509-1267-BD4E-950C-45657213A45A}" type="parTrans" cxnId="{78CBADA2-7E94-B942-85A4-C4ADD2377ED9}">
      <dgm:prSet/>
      <dgm:spPr>
        <a:xfrm>
          <a:off x="524850" y="1047579"/>
          <a:ext cx="789938" cy="2098081"/>
        </a:xfrm>
        <a:custGeom>
          <a:avLst/>
          <a:gdLst/>
          <a:ahLst/>
          <a:cxnLst/>
          <a:rect l="0" t="0" r="0" b="0"/>
          <a:pathLst>
            <a:path>
              <a:moveTo>
                <a:pt x="0" y="0"/>
              </a:moveTo>
              <a:lnTo>
                <a:pt x="0" y="2098081"/>
              </a:lnTo>
              <a:lnTo>
                <a:pt x="789938" y="2098081"/>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08F15BFC-9443-804D-846D-51153F818115}" type="sibTrans" cxnId="{78CBADA2-7E94-B942-85A4-C4ADD2377ED9}">
      <dgm:prSet/>
      <dgm:spPr/>
      <dgm:t>
        <a:bodyPr/>
        <a:lstStyle/>
        <a:p>
          <a:endParaRPr lang="zh-CN" altLang="en-US"/>
        </a:p>
      </dgm:t>
    </dgm:pt>
    <dgm:pt modelId="{A469E45A-7AE1-0741-8FF2-AB039355DC0B}">
      <dgm:prSet phldrT="[文本]" custT="1"/>
      <dgm:spPr>
        <a:xfrm>
          <a:off x="1314788" y="3931345"/>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557487"/>
              <a:satOff val="-9522"/>
              <a:lumOff val="21961"/>
              <a:alphaOff val="0"/>
            </a:srgbClr>
          </a:solidFill>
          <a:prstDash val="solid"/>
          <a:miter lim="800000"/>
        </a:ln>
        <a:effectLst/>
        <a:sp3d z="-400500" extrusionH="63500" prstMaterial="matte"/>
      </dgm:spPr>
      <dgm:t>
        <a:bodyPr/>
        <a:lstStyle/>
        <a:p>
          <a:pPr>
            <a:buNone/>
          </a:pP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混合检索方法 </a:t>
          </a: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Hybrid)</a:t>
          </a:r>
          <a:endParaRPr lang="zh-CN" altLang="en-US" sz="16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F94E2416-9ED0-0C4F-9189-0F824CB47F51}" type="parTrans" cxnId="{94C4E7B1-2DCB-BB4B-93E5-99844DA27717}">
      <dgm:prSet/>
      <dgm:spPr>
        <a:xfrm>
          <a:off x="524850" y="1047579"/>
          <a:ext cx="789938" cy="3407555"/>
        </a:xfrm>
        <a:custGeom>
          <a:avLst/>
          <a:gdLst/>
          <a:ahLst/>
          <a:cxnLst/>
          <a:rect l="0" t="0" r="0" b="0"/>
          <a:pathLst>
            <a:path>
              <a:moveTo>
                <a:pt x="0" y="0"/>
              </a:moveTo>
              <a:lnTo>
                <a:pt x="0" y="3407555"/>
              </a:lnTo>
              <a:lnTo>
                <a:pt x="789938" y="3407555"/>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D0448F02-0A8F-C349-AC52-DEB42EED7388}" type="sibTrans" cxnId="{94C4E7B1-2DCB-BB4B-93E5-99844DA27717}">
      <dgm:prSet/>
      <dgm:spPr/>
      <dgm:t>
        <a:bodyPr/>
        <a:lstStyle/>
        <a:p>
          <a:endParaRPr lang="zh-CN" altLang="en-US"/>
        </a:p>
      </dgm:t>
    </dgm:pt>
    <dgm:pt modelId="{9E1B3F41-73D3-224B-A6A2-649167436189}" type="pres">
      <dgm:prSet presAssocID="{7010D9E2-590E-754D-A2BD-F9FDF1B74A8F}" presName="diagram" presStyleCnt="0">
        <dgm:presLayoutVars>
          <dgm:chPref val="1"/>
          <dgm:dir/>
          <dgm:animOne val="branch"/>
          <dgm:animLvl val="lvl"/>
          <dgm:resizeHandles/>
        </dgm:presLayoutVars>
      </dgm:prSet>
      <dgm:spPr/>
    </dgm:pt>
    <dgm:pt modelId="{234D7FD0-DB0C-BF46-A0C7-BAFF9CF59516}" type="pres">
      <dgm:prSet presAssocID="{BE59180D-1E7C-174C-A10A-54034D984C45}" presName="root" presStyleCnt="0"/>
      <dgm:spPr/>
    </dgm:pt>
    <dgm:pt modelId="{45205CC9-4915-A94C-BE23-A2FB52252148}" type="pres">
      <dgm:prSet presAssocID="{BE59180D-1E7C-174C-A10A-54034D984C45}" presName="rootComposite" presStyleCnt="0"/>
      <dgm:spPr/>
    </dgm:pt>
    <dgm:pt modelId="{96F37806-5F37-F846-9E37-CEA7CD2820DB}" type="pres">
      <dgm:prSet presAssocID="{BE59180D-1E7C-174C-A10A-54034D984C45}" presName="rootText" presStyleLbl="node1" presStyleIdx="0" presStyleCnt="1" custLinFactNeighborX="-27703" custLinFactNeighborY="-9234"/>
      <dgm:spPr/>
    </dgm:pt>
    <dgm:pt modelId="{AF0BA3C4-794B-5F4B-B52C-8E8C1BCC39F9}" type="pres">
      <dgm:prSet presAssocID="{BE59180D-1E7C-174C-A10A-54034D984C45}" presName="rootConnector" presStyleLbl="node1" presStyleIdx="0" presStyleCnt="1"/>
      <dgm:spPr/>
    </dgm:pt>
    <dgm:pt modelId="{1AC9C636-2F5B-1D4A-9753-8BA0CB1E56FE}" type="pres">
      <dgm:prSet presAssocID="{BE59180D-1E7C-174C-A10A-54034D984C45}" presName="childShape" presStyleCnt="0"/>
      <dgm:spPr/>
    </dgm:pt>
    <dgm:pt modelId="{D58D424A-C2AB-0142-BB91-43D6DE9B1A89}" type="pres">
      <dgm:prSet presAssocID="{8C01FA61-7FC3-7149-AB02-ED86BF069194}" presName="Name13" presStyleLbl="parChTrans1D2" presStyleIdx="0" presStyleCnt="3"/>
      <dgm:spPr/>
    </dgm:pt>
    <dgm:pt modelId="{63BEF7E9-DE1D-A646-95A7-126AD141E876}" type="pres">
      <dgm:prSet presAssocID="{D0AF2B5B-0203-D043-971F-380247490651}" presName="childText" presStyleLbl="bgAcc1" presStyleIdx="0" presStyleCnt="3">
        <dgm:presLayoutVars>
          <dgm:bulletEnabled val="1"/>
        </dgm:presLayoutVars>
      </dgm:prSet>
      <dgm:spPr/>
    </dgm:pt>
    <dgm:pt modelId="{3AF8B4DA-2FEB-F64C-BBB9-7D3B4E7E3104}" type="pres">
      <dgm:prSet presAssocID="{AEF53509-1267-BD4E-950C-45657213A45A}" presName="Name13" presStyleLbl="parChTrans1D2" presStyleIdx="1" presStyleCnt="3"/>
      <dgm:spPr/>
    </dgm:pt>
    <dgm:pt modelId="{CDECB183-1A23-BB43-A155-79D83385074B}" type="pres">
      <dgm:prSet presAssocID="{BD944300-D6EE-9C43-A7C1-CB3926D17D9B}" presName="childText" presStyleLbl="bgAcc1" presStyleIdx="1" presStyleCnt="3">
        <dgm:presLayoutVars>
          <dgm:bulletEnabled val="1"/>
        </dgm:presLayoutVars>
      </dgm:prSet>
      <dgm:spPr/>
    </dgm:pt>
    <dgm:pt modelId="{E4678A54-4780-3F44-9695-F636977A4DF1}" type="pres">
      <dgm:prSet presAssocID="{F94E2416-9ED0-0C4F-9189-0F824CB47F51}" presName="Name13" presStyleLbl="parChTrans1D2" presStyleIdx="2" presStyleCnt="3"/>
      <dgm:spPr/>
    </dgm:pt>
    <dgm:pt modelId="{D4FC4AF8-8FD1-D04E-90CD-8341C61C9AC9}" type="pres">
      <dgm:prSet presAssocID="{A469E45A-7AE1-0741-8FF2-AB039355DC0B}" presName="childText" presStyleLbl="bgAcc1" presStyleIdx="2" presStyleCnt="3">
        <dgm:presLayoutVars>
          <dgm:bulletEnabled val="1"/>
        </dgm:presLayoutVars>
      </dgm:prSet>
      <dgm:spPr/>
    </dgm:pt>
  </dgm:ptLst>
  <dgm:cxnLst>
    <dgm:cxn modelId="{1A94CE00-9394-FA41-9E74-76AEA9F0140F}" srcId="{BE59180D-1E7C-174C-A10A-54034D984C45}" destId="{D0AF2B5B-0203-D043-971F-380247490651}" srcOrd="0" destOrd="0" parTransId="{8C01FA61-7FC3-7149-AB02-ED86BF069194}" sibTransId="{E6B0E532-0C78-9647-BEB3-538D976B95CB}"/>
    <dgm:cxn modelId="{E5C5542B-0E79-6847-AA19-DF7C670F0F3B}" type="presOf" srcId="{D0AF2B5B-0203-D043-971F-380247490651}" destId="{63BEF7E9-DE1D-A646-95A7-126AD141E876}" srcOrd="0" destOrd="0" presId="urn:microsoft.com/office/officeart/2005/8/layout/hierarchy3#1"/>
    <dgm:cxn modelId="{3C59A353-FF65-3249-9306-CA2F93B1ABA6}" type="presOf" srcId="{A469E45A-7AE1-0741-8FF2-AB039355DC0B}" destId="{D4FC4AF8-8FD1-D04E-90CD-8341C61C9AC9}" srcOrd="0" destOrd="0" presId="urn:microsoft.com/office/officeart/2005/8/layout/hierarchy3#1"/>
    <dgm:cxn modelId="{BD041C72-8809-2640-87D1-0E8574E5E7F7}" type="presOf" srcId="{BE59180D-1E7C-174C-A10A-54034D984C45}" destId="{AF0BA3C4-794B-5F4B-B52C-8E8C1BCC39F9}" srcOrd="1" destOrd="0" presId="urn:microsoft.com/office/officeart/2005/8/layout/hierarchy3#1"/>
    <dgm:cxn modelId="{D6DB5783-AD53-3D4A-8F31-11B4FDDEE68C}" type="presOf" srcId="{8C01FA61-7FC3-7149-AB02-ED86BF069194}" destId="{D58D424A-C2AB-0142-BB91-43D6DE9B1A89}" srcOrd="0" destOrd="0" presId="urn:microsoft.com/office/officeart/2005/8/layout/hierarchy3#1"/>
    <dgm:cxn modelId="{85270B9F-DC31-FB47-9619-332E71B4AF22}" type="presOf" srcId="{F94E2416-9ED0-0C4F-9189-0F824CB47F51}" destId="{E4678A54-4780-3F44-9695-F636977A4DF1}" srcOrd="0" destOrd="0" presId="urn:microsoft.com/office/officeart/2005/8/layout/hierarchy3#1"/>
    <dgm:cxn modelId="{78CBADA2-7E94-B942-85A4-C4ADD2377ED9}" srcId="{BE59180D-1E7C-174C-A10A-54034D984C45}" destId="{BD944300-D6EE-9C43-A7C1-CB3926D17D9B}" srcOrd="1" destOrd="0" parTransId="{AEF53509-1267-BD4E-950C-45657213A45A}" sibTransId="{08F15BFC-9443-804D-846D-51153F818115}"/>
    <dgm:cxn modelId="{C7F2BEA5-5D84-CA41-B77F-86E94863EE2D}" type="presOf" srcId="{BE59180D-1E7C-174C-A10A-54034D984C45}" destId="{96F37806-5F37-F846-9E37-CEA7CD2820DB}" srcOrd="0" destOrd="0" presId="urn:microsoft.com/office/officeart/2005/8/layout/hierarchy3#1"/>
    <dgm:cxn modelId="{94C4E7B1-2DCB-BB4B-93E5-99844DA27717}" srcId="{BE59180D-1E7C-174C-A10A-54034D984C45}" destId="{A469E45A-7AE1-0741-8FF2-AB039355DC0B}" srcOrd="2" destOrd="0" parTransId="{F94E2416-9ED0-0C4F-9189-0F824CB47F51}" sibTransId="{D0448F02-0A8F-C349-AC52-DEB42EED7388}"/>
    <dgm:cxn modelId="{BBEC9AB3-D327-834C-A004-CA3FAA930B8A}" type="presOf" srcId="{7010D9E2-590E-754D-A2BD-F9FDF1B74A8F}" destId="{9E1B3F41-73D3-224B-A6A2-649167436189}" srcOrd="0" destOrd="0" presId="urn:microsoft.com/office/officeart/2005/8/layout/hierarchy3#1"/>
    <dgm:cxn modelId="{B1A7E8C6-165F-DC43-BAB8-C38F2AAC7633}" type="presOf" srcId="{BD944300-D6EE-9C43-A7C1-CB3926D17D9B}" destId="{CDECB183-1A23-BB43-A155-79D83385074B}" srcOrd="0" destOrd="0" presId="urn:microsoft.com/office/officeart/2005/8/layout/hierarchy3#1"/>
    <dgm:cxn modelId="{45EC2ECF-B473-6144-99C1-9FF3ADD8D806}" srcId="{7010D9E2-590E-754D-A2BD-F9FDF1B74A8F}" destId="{BE59180D-1E7C-174C-A10A-54034D984C45}" srcOrd="0" destOrd="0" parTransId="{C16D547F-EBF5-CA44-898B-7FC8DC839863}" sibTransId="{B408270C-8E2C-654E-B04B-9977AC9633F9}"/>
    <dgm:cxn modelId="{C1BFA4D5-4F54-5940-BB7D-D232F6D60568}" type="presOf" srcId="{AEF53509-1267-BD4E-950C-45657213A45A}" destId="{3AF8B4DA-2FEB-F64C-BBB9-7D3B4E7E3104}" srcOrd="0" destOrd="0" presId="urn:microsoft.com/office/officeart/2005/8/layout/hierarchy3#1"/>
    <dgm:cxn modelId="{5BB4C760-EA48-9246-A053-45273DAE218A}" type="presParOf" srcId="{9E1B3F41-73D3-224B-A6A2-649167436189}" destId="{234D7FD0-DB0C-BF46-A0C7-BAFF9CF59516}" srcOrd="0" destOrd="0" presId="urn:microsoft.com/office/officeart/2005/8/layout/hierarchy3#1"/>
    <dgm:cxn modelId="{F7F68EE1-DE19-4246-BF9F-08FC2D5AC828}" type="presParOf" srcId="{234D7FD0-DB0C-BF46-A0C7-BAFF9CF59516}" destId="{45205CC9-4915-A94C-BE23-A2FB52252148}" srcOrd="0" destOrd="0" presId="urn:microsoft.com/office/officeart/2005/8/layout/hierarchy3#1"/>
    <dgm:cxn modelId="{E8EC44AA-A8A5-6946-A468-F2288623B528}" type="presParOf" srcId="{45205CC9-4915-A94C-BE23-A2FB52252148}" destId="{96F37806-5F37-F846-9E37-CEA7CD2820DB}" srcOrd="0" destOrd="0" presId="urn:microsoft.com/office/officeart/2005/8/layout/hierarchy3#1"/>
    <dgm:cxn modelId="{28D27387-5EBC-4041-8B5A-B67A2F4391C6}" type="presParOf" srcId="{45205CC9-4915-A94C-BE23-A2FB52252148}" destId="{AF0BA3C4-794B-5F4B-B52C-8E8C1BCC39F9}" srcOrd="1" destOrd="0" presId="urn:microsoft.com/office/officeart/2005/8/layout/hierarchy3#1"/>
    <dgm:cxn modelId="{D4ED0A69-4AAF-0F40-AEE5-AA1EBC6AC576}" type="presParOf" srcId="{234D7FD0-DB0C-BF46-A0C7-BAFF9CF59516}" destId="{1AC9C636-2F5B-1D4A-9753-8BA0CB1E56FE}" srcOrd="1" destOrd="0" presId="urn:microsoft.com/office/officeart/2005/8/layout/hierarchy3#1"/>
    <dgm:cxn modelId="{AEFE6E4E-EC34-474E-91BD-8271F54652EF}" type="presParOf" srcId="{1AC9C636-2F5B-1D4A-9753-8BA0CB1E56FE}" destId="{D58D424A-C2AB-0142-BB91-43D6DE9B1A89}" srcOrd="0" destOrd="0" presId="urn:microsoft.com/office/officeart/2005/8/layout/hierarchy3#1"/>
    <dgm:cxn modelId="{167C2EAC-4056-C14C-B3BF-6811332840EB}" type="presParOf" srcId="{1AC9C636-2F5B-1D4A-9753-8BA0CB1E56FE}" destId="{63BEF7E9-DE1D-A646-95A7-126AD141E876}" srcOrd="1" destOrd="0" presId="urn:microsoft.com/office/officeart/2005/8/layout/hierarchy3#1"/>
    <dgm:cxn modelId="{9785E814-F127-414E-93BB-FE377485A9F3}" type="presParOf" srcId="{1AC9C636-2F5B-1D4A-9753-8BA0CB1E56FE}" destId="{3AF8B4DA-2FEB-F64C-BBB9-7D3B4E7E3104}" srcOrd="2" destOrd="0" presId="urn:microsoft.com/office/officeart/2005/8/layout/hierarchy3#1"/>
    <dgm:cxn modelId="{4A7E5061-B3D9-8146-A03B-20D54742AA13}" type="presParOf" srcId="{1AC9C636-2F5B-1D4A-9753-8BA0CB1E56FE}" destId="{CDECB183-1A23-BB43-A155-79D83385074B}" srcOrd="3" destOrd="0" presId="urn:microsoft.com/office/officeart/2005/8/layout/hierarchy3#1"/>
    <dgm:cxn modelId="{38B62D7E-7EEE-5245-B794-C07E375A0A5F}" type="presParOf" srcId="{1AC9C636-2F5B-1D4A-9753-8BA0CB1E56FE}" destId="{E4678A54-4780-3F44-9695-F636977A4DF1}" srcOrd="4" destOrd="0" presId="urn:microsoft.com/office/officeart/2005/8/layout/hierarchy3#1"/>
    <dgm:cxn modelId="{0D8F281A-82B8-2840-B556-6FCD186A6ADB}" type="presParOf" srcId="{1AC9C636-2F5B-1D4A-9753-8BA0CB1E56FE}" destId="{D4FC4AF8-8FD1-D04E-90CD-8341C61C9AC9}" srcOrd="5" destOrd="0" presId="urn:microsoft.com/office/officeart/2005/8/layout/hierarchy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10D9E2-590E-754D-A2BD-F9FDF1B74A8F}" type="doc">
      <dgm:prSet loTypeId="urn:microsoft.com/office/officeart/2005/8/layout/hierarchy3#2" loCatId="" qsTypeId="urn:microsoft.com/office/officeart/2005/8/quickstyle/3d5#2" qsCatId="3D" csTypeId="urn:microsoft.com/office/officeart/2005/8/colors/colorful2#2" csCatId="colorful" phldr="1"/>
      <dgm:spPr/>
      <dgm:t>
        <a:bodyPr/>
        <a:lstStyle/>
        <a:p>
          <a:endParaRPr lang="zh-CN" altLang="en-US"/>
        </a:p>
      </dgm:t>
    </dgm:pt>
    <dgm:pt modelId="{BE59180D-1E7C-174C-A10A-54034D984C45}">
      <dgm:prSet phldrT="[文本]" custT="1"/>
      <dgm:spPr>
        <a:xfrm>
          <a:off x="315334" y="0"/>
          <a:ext cx="2095160" cy="1047580"/>
        </a:xfrm>
        <a:prstGeom prst="roundRect">
          <a:avLst>
            <a:gd name="adj" fmla="val 10000"/>
          </a:avLst>
        </a:prstGeom>
        <a:solidFill>
          <a:srgbClr val="235EF4">
            <a:lumMod val="75000"/>
          </a:srgbClr>
        </a:solidFill>
        <a:ln>
          <a:noFill/>
        </a:ln>
        <a:effectLst/>
        <a:sp3d extrusionH="381000" contourW="38100" prstMaterial="matte">
          <a:contourClr>
            <a:srgbClr val="FFFFFF"/>
          </a:contourClr>
        </a:sp3d>
      </dgm:spPr>
      <dgm:t>
        <a:bodyPr/>
        <a:lstStyle/>
        <a:p>
          <a:pPr>
            <a:buNone/>
          </a:pPr>
          <a:r>
            <a:rPr lang="zh-CN" altLang="en-US" sz="2100" dirty="0">
              <a:solidFill>
                <a:srgbClr val="FFFFFF"/>
              </a:solidFill>
              <a:latin typeface="微软雅黑" panose="020B0503020204020204" pitchFamily="34" charset="-122"/>
              <a:ea typeface="微软雅黑" panose="020B0503020204020204" pitchFamily="34" charset="-122"/>
              <a:cs typeface="+mn-cs"/>
            </a:rPr>
            <a:t>排名 </a:t>
          </a:r>
          <a:r>
            <a:rPr lang="en-US" altLang="zh-CN" sz="2100" dirty="0">
              <a:solidFill>
                <a:srgbClr val="FFFFFF"/>
              </a:solidFill>
              <a:latin typeface="微软雅黑" panose="020B0503020204020204" pitchFamily="34" charset="-122"/>
              <a:ea typeface="微软雅黑" panose="020B0503020204020204" pitchFamily="34" charset="-122"/>
              <a:cs typeface="+mn-cs"/>
            </a:rPr>
            <a:t>L2</a:t>
          </a:r>
          <a:r>
            <a:rPr lang="zh-CN" altLang="en-US" sz="2100" dirty="0">
              <a:solidFill>
                <a:srgbClr val="FFFFFF"/>
              </a:solidFill>
              <a:latin typeface="微软雅黑" panose="020B0503020204020204" pitchFamily="34" charset="-122"/>
              <a:ea typeface="微软雅黑" panose="020B0503020204020204" pitchFamily="34" charset="-122"/>
              <a:cs typeface="+mn-cs"/>
            </a:rPr>
            <a:t>（</a:t>
          </a:r>
          <a:r>
            <a:rPr lang="en-US" altLang="zh-CN" sz="2100" dirty="0">
              <a:solidFill>
                <a:srgbClr val="FFFFFF"/>
              </a:solidFill>
              <a:latin typeface="微软雅黑" panose="020B0503020204020204" pitchFamily="34" charset="-122"/>
              <a:ea typeface="微软雅黑" panose="020B0503020204020204" pitchFamily="34" charset="-122"/>
              <a:cs typeface="+mn-cs"/>
            </a:rPr>
            <a:t>Ranking</a:t>
          </a:r>
          <a:r>
            <a:rPr lang="zh-CN" altLang="en-US" sz="2100" dirty="0">
              <a:solidFill>
                <a:srgbClr val="FFFFFF"/>
              </a:solidFill>
              <a:latin typeface="微软雅黑" panose="020B0503020204020204" pitchFamily="34" charset="-122"/>
              <a:ea typeface="微软雅黑" panose="020B0503020204020204" pitchFamily="34" charset="-122"/>
              <a:cs typeface="+mn-cs"/>
            </a:rPr>
            <a:t>）</a:t>
          </a:r>
        </a:p>
      </dgm:t>
    </dgm:pt>
    <dgm:pt modelId="{C16D547F-EBF5-CA44-898B-7FC8DC839863}" type="parTrans" cxnId="{45EC2ECF-B473-6144-99C1-9FF3ADD8D806}">
      <dgm:prSet/>
      <dgm:spPr/>
      <dgm:t>
        <a:bodyPr/>
        <a:lstStyle/>
        <a:p>
          <a:endParaRPr lang="zh-CN" altLang="en-US"/>
        </a:p>
      </dgm:t>
    </dgm:pt>
    <dgm:pt modelId="{B408270C-8E2C-654E-B04B-9977AC9633F9}" type="sibTrans" cxnId="{45EC2ECF-B473-6144-99C1-9FF3ADD8D806}">
      <dgm:prSet/>
      <dgm:spPr/>
      <dgm:t>
        <a:bodyPr/>
        <a:lstStyle/>
        <a:p>
          <a:endParaRPr lang="zh-CN" altLang="en-US"/>
        </a:p>
      </dgm:t>
    </dgm:pt>
    <dgm:pt modelId="{D0AF2B5B-0203-D043-971F-380247490651}">
      <dgm:prSet phldrT="[文本]" custT="1"/>
      <dgm:spPr>
        <a:xfrm>
          <a:off x="1314788" y="1312395"/>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0"/>
              <a:satOff val="0"/>
              <a:lumOff val="0"/>
              <a:alphaOff val="0"/>
            </a:srgbClr>
          </a:solidFill>
          <a:prstDash val="solid"/>
          <a:miter lim="800000"/>
        </a:ln>
        <a:effectLst/>
        <a:sp3d z="-400500" extrusionH="63500" prstMaterial="matte"/>
      </dgm:spPr>
      <dgm:t>
        <a:bodyPr/>
        <a:lstStyle/>
        <a:p>
          <a:pPr>
            <a:buNone/>
          </a:pP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命中率 </a:t>
          </a:r>
          <a:endPar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a:buNone/>
          </a:pP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(Hit</a:t>
          </a: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 </a:t>
          </a: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rate</a:t>
          </a:r>
          <a:r>
            <a:rPr lang="en-GB"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endParaRPr lang="zh-CN" altLang="en-US" sz="16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8C01FA61-7FC3-7149-AB02-ED86BF069194}" type="parTrans" cxnId="{1A94CE00-9394-FA41-9E74-76AEA9F0140F}">
      <dgm:prSet/>
      <dgm:spPr>
        <a:xfrm>
          <a:off x="524850" y="1047580"/>
          <a:ext cx="789938" cy="788605"/>
        </a:xfrm>
        <a:custGeom>
          <a:avLst/>
          <a:gdLst/>
          <a:ahLst/>
          <a:cxnLst/>
          <a:rect l="0" t="0" r="0" b="0"/>
          <a:pathLst>
            <a:path>
              <a:moveTo>
                <a:pt x="0" y="0"/>
              </a:moveTo>
              <a:lnTo>
                <a:pt x="0" y="788605"/>
              </a:lnTo>
              <a:lnTo>
                <a:pt x="789938" y="788605"/>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E6B0E532-0C78-9647-BEB3-538D976B95CB}" type="sibTrans" cxnId="{1A94CE00-9394-FA41-9E74-76AEA9F0140F}">
      <dgm:prSet/>
      <dgm:spPr/>
      <dgm:t>
        <a:bodyPr/>
        <a:lstStyle/>
        <a:p>
          <a:endParaRPr lang="zh-CN" altLang="en-US"/>
        </a:p>
      </dgm:t>
    </dgm:pt>
    <dgm:pt modelId="{BD944300-D6EE-9C43-A7C1-CB3926D17D9B}">
      <dgm:prSet phldrT="[文本]" custT="1"/>
      <dgm:spPr>
        <a:xfrm>
          <a:off x="1314788" y="2621871"/>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278743"/>
              <a:satOff val="-4760"/>
              <a:lumOff val="10981"/>
              <a:alphaOff val="0"/>
            </a:srgbClr>
          </a:solidFill>
          <a:prstDash val="solid"/>
          <a:miter lim="800000"/>
        </a:ln>
        <a:effectLst/>
        <a:sp3d z="-400500" extrusionH="63500" prstMaterial="matte"/>
      </dgm:spPr>
      <dgm:t>
        <a:bodyPr/>
        <a:lstStyle/>
        <a:p>
          <a:pPr>
            <a:buNone/>
          </a:pPr>
          <a:r>
            <a:rPr lang="zh-CN" altLang="en-US"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平均倒数排名</a:t>
          </a:r>
          <a:endPar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a:buNone/>
          </a:pPr>
          <a:r>
            <a:rPr lang="en-US" altLang="zh-CN"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(MRR</a:t>
          </a:r>
          <a:r>
            <a:rPr lang="en-GB" sz="1600" b="1" i="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endParaRPr lang="zh-CN" altLang="en-US" sz="16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AEF53509-1267-BD4E-950C-45657213A45A}" type="parTrans" cxnId="{78CBADA2-7E94-B942-85A4-C4ADD2377ED9}">
      <dgm:prSet/>
      <dgm:spPr>
        <a:xfrm>
          <a:off x="524850" y="1047580"/>
          <a:ext cx="789938" cy="2098080"/>
        </a:xfrm>
        <a:custGeom>
          <a:avLst/>
          <a:gdLst/>
          <a:ahLst/>
          <a:cxnLst/>
          <a:rect l="0" t="0" r="0" b="0"/>
          <a:pathLst>
            <a:path>
              <a:moveTo>
                <a:pt x="0" y="0"/>
              </a:moveTo>
              <a:lnTo>
                <a:pt x="0" y="2098080"/>
              </a:lnTo>
              <a:lnTo>
                <a:pt x="789938" y="2098080"/>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08F15BFC-9443-804D-846D-51153F818115}" type="sibTrans" cxnId="{78CBADA2-7E94-B942-85A4-C4ADD2377ED9}">
      <dgm:prSet/>
      <dgm:spPr/>
      <dgm:t>
        <a:bodyPr/>
        <a:lstStyle/>
        <a:p>
          <a:endParaRPr lang="zh-CN" altLang="en-US"/>
        </a:p>
      </dgm:t>
    </dgm:pt>
    <dgm:pt modelId="{A469E45A-7AE1-0741-8FF2-AB039355DC0B}">
      <dgm:prSet phldrT="[文本]" custT="1"/>
      <dgm:spPr>
        <a:xfrm>
          <a:off x="1314788" y="3931346"/>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557487"/>
              <a:satOff val="-9522"/>
              <a:lumOff val="21961"/>
              <a:alphaOff val="0"/>
            </a:srgbClr>
          </a:solidFill>
          <a:prstDash val="solid"/>
          <a:miter lim="800000"/>
        </a:ln>
        <a:effectLst/>
        <a:sp3d z="-400500" extrusionH="63500" prstMaterial="matte"/>
      </dgm:spPr>
      <dgm:t>
        <a:bodyPr/>
        <a:lstStyle/>
        <a:p>
          <a:pPr>
            <a:buNone/>
          </a:pPr>
          <a:r>
            <a:rPr lang="en-GB" altLang="en-US" sz="13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Reranker模型</a:t>
          </a:r>
          <a:endParaRPr lang="en-GB" altLang="en-US"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a:buNone/>
          </a:pPr>
          <a:r>
            <a:rPr lang="en-GB" altLang="en-US" sz="13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bge-reranker</a:t>
          </a:r>
          <a:r>
            <a:rPr lang="en-US" altLang="zh-CN"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altLang="en-US"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base
</a:t>
          </a:r>
          <a:r>
            <a:rPr lang="en-GB" altLang="en-US" sz="13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bge-reranker</a:t>
          </a:r>
          <a:r>
            <a:rPr lang="en-US" altLang="zh-CN"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altLang="en-US"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large</a:t>
          </a:r>
          <a:endParaRPr lang="zh-CN" altLang="en-US" sz="13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D0448F02-0A8F-C349-AC52-DEB42EED7388}" type="sibTrans" cxnId="{94C4E7B1-2DCB-BB4B-93E5-99844DA27717}">
      <dgm:prSet/>
      <dgm:spPr/>
      <dgm:t>
        <a:bodyPr/>
        <a:lstStyle/>
        <a:p>
          <a:endParaRPr lang="zh-CN" altLang="en-US"/>
        </a:p>
      </dgm:t>
    </dgm:pt>
    <dgm:pt modelId="{F94E2416-9ED0-0C4F-9189-0F824CB47F51}" type="parTrans" cxnId="{94C4E7B1-2DCB-BB4B-93E5-99844DA27717}">
      <dgm:prSet/>
      <dgm:spPr>
        <a:xfrm>
          <a:off x="524850" y="1047580"/>
          <a:ext cx="789938" cy="3407556"/>
        </a:xfrm>
        <a:custGeom>
          <a:avLst/>
          <a:gdLst/>
          <a:ahLst/>
          <a:cxnLst/>
          <a:rect l="0" t="0" r="0" b="0"/>
          <a:pathLst>
            <a:path>
              <a:moveTo>
                <a:pt x="0" y="0"/>
              </a:moveTo>
              <a:lnTo>
                <a:pt x="0" y="3407556"/>
              </a:lnTo>
              <a:lnTo>
                <a:pt x="789938" y="3407556"/>
              </a:lnTo>
            </a:path>
          </a:pathLst>
        </a:custGeom>
        <a:noFill/>
        <a:ln w="12700" cap="flat" cmpd="sng" algn="ctr">
          <a:solidFill>
            <a:srgbClr val="235EF4">
              <a:hueOff val="0"/>
              <a:satOff val="0"/>
              <a:lumOff val="0"/>
              <a:alphaOff val="0"/>
            </a:srgbClr>
          </a:solidFill>
          <a:prstDash val="solid"/>
          <a:miter lim="800000"/>
        </a:ln>
        <a:effectLst/>
        <a:sp3d z="-40000" prstMaterial="matte"/>
      </dgm:spPr>
      <dgm:t>
        <a:bodyPr/>
        <a:lstStyle/>
        <a:p>
          <a:endParaRPr lang="zh-CN" altLang="en-US"/>
        </a:p>
      </dgm:t>
    </dgm:pt>
    <dgm:pt modelId="{9E1B3F41-73D3-224B-A6A2-649167436189}" type="pres">
      <dgm:prSet presAssocID="{7010D9E2-590E-754D-A2BD-F9FDF1B74A8F}" presName="diagram" presStyleCnt="0">
        <dgm:presLayoutVars>
          <dgm:chPref val="1"/>
          <dgm:dir/>
          <dgm:animOne val="branch"/>
          <dgm:animLvl val="lvl"/>
          <dgm:resizeHandles/>
        </dgm:presLayoutVars>
      </dgm:prSet>
      <dgm:spPr/>
    </dgm:pt>
    <dgm:pt modelId="{234D7FD0-DB0C-BF46-A0C7-BAFF9CF59516}" type="pres">
      <dgm:prSet presAssocID="{BE59180D-1E7C-174C-A10A-54034D984C45}" presName="root" presStyleCnt="0"/>
      <dgm:spPr/>
    </dgm:pt>
    <dgm:pt modelId="{45205CC9-4915-A94C-BE23-A2FB52252148}" type="pres">
      <dgm:prSet presAssocID="{BE59180D-1E7C-174C-A10A-54034D984C45}" presName="rootComposite" presStyleCnt="0"/>
      <dgm:spPr/>
    </dgm:pt>
    <dgm:pt modelId="{96F37806-5F37-F846-9E37-CEA7CD2820DB}" type="pres">
      <dgm:prSet presAssocID="{BE59180D-1E7C-174C-A10A-54034D984C45}" presName="rootText" presStyleLbl="node1" presStyleIdx="0" presStyleCnt="1" custLinFactNeighborX="-27703" custLinFactNeighborY="-9234"/>
      <dgm:spPr/>
    </dgm:pt>
    <dgm:pt modelId="{AF0BA3C4-794B-5F4B-B52C-8E8C1BCC39F9}" type="pres">
      <dgm:prSet presAssocID="{BE59180D-1E7C-174C-A10A-54034D984C45}" presName="rootConnector" presStyleLbl="node1" presStyleIdx="0" presStyleCnt="1"/>
      <dgm:spPr/>
    </dgm:pt>
    <dgm:pt modelId="{1AC9C636-2F5B-1D4A-9753-8BA0CB1E56FE}" type="pres">
      <dgm:prSet presAssocID="{BE59180D-1E7C-174C-A10A-54034D984C45}" presName="childShape" presStyleCnt="0"/>
      <dgm:spPr/>
    </dgm:pt>
    <dgm:pt modelId="{D58D424A-C2AB-0142-BB91-43D6DE9B1A89}" type="pres">
      <dgm:prSet presAssocID="{8C01FA61-7FC3-7149-AB02-ED86BF069194}" presName="Name13" presStyleLbl="parChTrans1D2" presStyleIdx="0" presStyleCnt="3"/>
      <dgm:spPr/>
    </dgm:pt>
    <dgm:pt modelId="{63BEF7E9-DE1D-A646-95A7-126AD141E876}" type="pres">
      <dgm:prSet presAssocID="{D0AF2B5B-0203-D043-971F-380247490651}" presName="childText" presStyleLbl="bgAcc1" presStyleIdx="0" presStyleCnt="3">
        <dgm:presLayoutVars>
          <dgm:bulletEnabled val="1"/>
        </dgm:presLayoutVars>
      </dgm:prSet>
      <dgm:spPr/>
    </dgm:pt>
    <dgm:pt modelId="{3AF8B4DA-2FEB-F64C-BBB9-7D3B4E7E3104}" type="pres">
      <dgm:prSet presAssocID="{AEF53509-1267-BD4E-950C-45657213A45A}" presName="Name13" presStyleLbl="parChTrans1D2" presStyleIdx="1" presStyleCnt="3"/>
      <dgm:spPr/>
    </dgm:pt>
    <dgm:pt modelId="{CDECB183-1A23-BB43-A155-79D83385074B}" type="pres">
      <dgm:prSet presAssocID="{BD944300-D6EE-9C43-A7C1-CB3926D17D9B}" presName="childText" presStyleLbl="bgAcc1" presStyleIdx="1" presStyleCnt="3">
        <dgm:presLayoutVars>
          <dgm:bulletEnabled val="1"/>
        </dgm:presLayoutVars>
      </dgm:prSet>
      <dgm:spPr/>
    </dgm:pt>
    <dgm:pt modelId="{E4678A54-4780-3F44-9695-F636977A4DF1}" type="pres">
      <dgm:prSet presAssocID="{F94E2416-9ED0-0C4F-9189-0F824CB47F51}" presName="Name13" presStyleLbl="parChTrans1D2" presStyleIdx="2" presStyleCnt="3"/>
      <dgm:spPr/>
    </dgm:pt>
    <dgm:pt modelId="{D4FC4AF8-8FD1-D04E-90CD-8341C61C9AC9}" type="pres">
      <dgm:prSet presAssocID="{A469E45A-7AE1-0741-8FF2-AB039355DC0B}" presName="childText" presStyleLbl="bgAcc1" presStyleIdx="2" presStyleCnt="3">
        <dgm:presLayoutVars>
          <dgm:bulletEnabled val="1"/>
        </dgm:presLayoutVars>
      </dgm:prSet>
      <dgm:spPr/>
    </dgm:pt>
  </dgm:ptLst>
  <dgm:cxnLst>
    <dgm:cxn modelId="{1A94CE00-9394-FA41-9E74-76AEA9F0140F}" srcId="{BE59180D-1E7C-174C-A10A-54034D984C45}" destId="{D0AF2B5B-0203-D043-971F-380247490651}" srcOrd="0" destOrd="0" parTransId="{8C01FA61-7FC3-7149-AB02-ED86BF069194}" sibTransId="{E6B0E532-0C78-9647-BEB3-538D976B95CB}"/>
    <dgm:cxn modelId="{E5C5542B-0E79-6847-AA19-DF7C670F0F3B}" type="presOf" srcId="{D0AF2B5B-0203-D043-971F-380247490651}" destId="{63BEF7E9-DE1D-A646-95A7-126AD141E876}" srcOrd="0" destOrd="0" presId="urn:microsoft.com/office/officeart/2005/8/layout/hierarchy3#2"/>
    <dgm:cxn modelId="{3C59A353-FF65-3249-9306-CA2F93B1ABA6}" type="presOf" srcId="{A469E45A-7AE1-0741-8FF2-AB039355DC0B}" destId="{D4FC4AF8-8FD1-D04E-90CD-8341C61C9AC9}" srcOrd="0" destOrd="0" presId="urn:microsoft.com/office/officeart/2005/8/layout/hierarchy3#2"/>
    <dgm:cxn modelId="{BD041C72-8809-2640-87D1-0E8574E5E7F7}" type="presOf" srcId="{BE59180D-1E7C-174C-A10A-54034D984C45}" destId="{AF0BA3C4-794B-5F4B-B52C-8E8C1BCC39F9}" srcOrd="1" destOrd="0" presId="urn:microsoft.com/office/officeart/2005/8/layout/hierarchy3#2"/>
    <dgm:cxn modelId="{D6DB5783-AD53-3D4A-8F31-11B4FDDEE68C}" type="presOf" srcId="{8C01FA61-7FC3-7149-AB02-ED86BF069194}" destId="{D58D424A-C2AB-0142-BB91-43D6DE9B1A89}" srcOrd="0" destOrd="0" presId="urn:microsoft.com/office/officeart/2005/8/layout/hierarchy3#2"/>
    <dgm:cxn modelId="{85270B9F-DC31-FB47-9619-332E71B4AF22}" type="presOf" srcId="{F94E2416-9ED0-0C4F-9189-0F824CB47F51}" destId="{E4678A54-4780-3F44-9695-F636977A4DF1}" srcOrd="0" destOrd="0" presId="urn:microsoft.com/office/officeart/2005/8/layout/hierarchy3#2"/>
    <dgm:cxn modelId="{78CBADA2-7E94-B942-85A4-C4ADD2377ED9}" srcId="{BE59180D-1E7C-174C-A10A-54034D984C45}" destId="{BD944300-D6EE-9C43-A7C1-CB3926D17D9B}" srcOrd="1" destOrd="0" parTransId="{AEF53509-1267-BD4E-950C-45657213A45A}" sibTransId="{08F15BFC-9443-804D-846D-51153F818115}"/>
    <dgm:cxn modelId="{C7F2BEA5-5D84-CA41-B77F-86E94863EE2D}" type="presOf" srcId="{BE59180D-1E7C-174C-A10A-54034D984C45}" destId="{96F37806-5F37-F846-9E37-CEA7CD2820DB}" srcOrd="0" destOrd="0" presId="urn:microsoft.com/office/officeart/2005/8/layout/hierarchy3#2"/>
    <dgm:cxn modelId="{94C4E7B1-2DCB-BB4B-93E5-99844DA27717}" srcId="{BE59180D-1E7C-174C-A10A-54034D984C45}" destId="{A469E45A-7AE1-0741-8FF2-AB039355DC0B}" srcOrd="2" destOrd="0" parTransId="{F94E2416-9ED0-0C4F-9189-0F824CB47F51}" sibTransId="{D0448F02-0A8F-C349-AC52-DEB42EED7388}"/>
    <dgm:cxn modelId="{BBEC9AB3-D327-834C-A004-CA3FAA930B8A}" type="presOf" srcId="{7010D9E2-590E-754D-A2BD-F9FDF1B74A8F}" destId="{9E1B3F41-73D3-224B-A6A2-649167436189}" srcOrd="0" destOrd="0" presId="urn:microsoft.com/office/officeart/2005/8/layout/hierarchy3#2"/>
    <dgm:cxn modelId="{B1A7E8C6-165F-DC43-BAB8-C38F2AAC7633}" type="presOf" srcId="{BD944300-D6EE-9C43-A7C1-CB3926D17D9B}" destId="{CDECB183-1A23-BB43-A155-79D83385074B}" srcOrd="0" destOrd="0" presId="urn:microsoft.com/office/officeart/2005/8/layout/hierarchy3#2"/>
    <dgm:cxn modelId="{45EC2ECF-B473-6144-99C1-9FF3ADD8D806}" srcId="{7010D9E2-590E-754D-A2BD-F9FDF1B74A8F}" destId="{BE59180D-1E7C-174C-A10A-54034D984C45}" srcOrd="0" destOrd="0" parTransId="{C16D547F-EBF5-CA44-898B-7FC8DC839863}" sibTransId="{B408270C-8E2C-654E-B04B-9977AC9633F9}"/>
    <dgm:cxn modelId="{C1BFA4D5-4F54-5940-BB7D-D232F6D60568}" type="presOf" srcId="{AEF53509-1267-BD4E-950C-45657213A45A}" destId="{3AF8B4DA-2FEB-F64C-BBB9-7D3B4E7E3104}" srcOrd="0" destOrd="0" presId="urn:microsoft.com/office/officeart/2005/8/layout/hierarchy3#2"/>
    <dgm:cxn modelId="{5BB4C760-EA48-9246-A053-45273DAE218A}" type="presParOf" srcId="{9E1B3F41-73D3-224B-A6A2-649167436189}" destId="{234D7FD0-DB0C-BF46-A0C7-BAFF9CF59516}" srcOrd="0" destOrd="0" presId="urn:microsoft.com/office/officeart/2005/8/layout/hierarchy3#2"/>
    <dgm:cxn modelId="{F7F68EE1-DE19-4246-BF9F-08FC2D5AC828}" type="presParOf" srcId="{234D7FD0-DB0C-BF46-A0C7-BAFF9CF59516}" destId="{45205CC9-4915-A94C-BE23-A2FB52252148}" srcOrd="0" destOrd="0" presId="urn:microsoft.com/office/officeart/2005/8/layout/hierarchy3#2"/>
    <dgm:cxn modelId="{E8EC44AA-A8A5-6946-A468-F2288623B528}" type="presParOf" srcId="{45205CC9-4915-A94C-BE23-A2FB52252148}" destId="{96F37806-5F37-F846-9E37-CEA7CD2820DB}" srcOrd="0" destOrd="0" presId="urn:microsoft.com/office/officeart/2005/8/layout/hierarchy3#2"/>
    <dgm:cxn modelId="{28D27387-5EBC-4041-8B5A-B67A2F4391C6}" type="presParOf" srcId="{45205CC9-4915-A94C-BE23-A2FB52252148}" destId="{AF0BA3C4-794B-5F4B-B52C-8E8C1BCC39F9}" srcOrd="1" destOrd="0" presId="urn:microsoft.com/office/officeart/2005/8/layout/hierarchy3#2"/>
    <dgm:cxn modelId="{D4ED0A69-4AAF-0F40-AEE5-AA1EBC6AC576}" type="presParOf" srcId="{234D7FD0-DB0C-BF46-A0C7-BAFF9CF59516}" destId="{1AC9C636-2F5B-1D4A-9753-8BA0CB1E56FE}" srcOrd="1" destOrd="0" presId="urn:microsoft.com/office/officeart/2005/8/layout/hierarchy3#2"/>
    <dgm:cxn modelId="{AEFE6E4E-EC34-474E-91BD-8271F54652EF}" type="presParOf" srcId="{1AC9C636-2F5B-1D4A-9753-8BA0CB1E56FE}" destId="{D58D424A-C2AB-0142-BB91-43D6DE9B1A89}" srcOrd="0" destOrd="0" presId="urn:microsoft.com/office/officeart/2005/8/layout/hierarchy3#2"/>
    <dgm:cxn modelId="{167C2EAC-4056-C14C-B3BF-6811332840EB}" type="presParOf" srcId="{1AC9C636-2F5B-1D4A-9753-8BA0CB1E56FE}" destId="{63BEF7E9-DE1D-A646-95A7-126AD141E876}" srcOrd="1" destOrd="0" presId="urn:microsoft.com/office/officeart/2005/8/layout/hierarchy3#2"/>
    <dgm:cxn modelId="{9785E814-F127-414E-93BB-FE377485A9F3}" type="presParOf" srcId="{1AC9C636-2F5B-1D4A-9753-8BA0CB1E56FE}" destId="{3AF8B4DA-2FEB-F64C-BBB9-7D3B4E7E3104}" srcOrd="2" destOrd="0" presId="urn:microsoft.com/office/officeart/2005/8/layout/hierarchy3#2"/>
    <dgm:cxn modelId="{4A7E5061-B3D9-8146-A03B-20D54742AA13}" type="presParOf" srcId="{1AC9C636-2F5B-1D4A-9753-8BA0CB1E56FE}" destId="{CDECB183-1A23-BB43-A155-79D83385074B}" srcOrd="3" destOrd="0" presId="urn:microsoft.com/office/officeart/2005/8/layout/hierarchy3#2"/>
    <dgm:cxn modelId="{38B62D7E-7EEE-5245-B794-C07E375A0A5F}" type="presParOf" srcId="{1AC9C636-2F5B-1D4A-9753-8BA0CB1E56FE}" destId="{E4678A54-4780-3F44-9695-F636977A4DF1}" srcOrd="4" destOrd="0" presId="urn:microsoft.com/office/officeart/2005/8/layout/hierarchy3#2"/>
    <dgm:cxn modelId="{0D8F281A-82B8-2840-B556-6FCD186A6ADB}" type="presParOf" srcId="{1AC9C636-2F5B-1D4A-9753-8BA0CB1E56FE}" destId="{D4FC4AF8-8FD1-D04E-90CD-8341C61C9AC9}" srcOrd="5" destOrd="0" presId="urn:microsoft.com/office/officeart/2005/8/layout/hierarchy3#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24C5C-88FE-D44D-A02F-0276368AD453}">
      <dsp:nvSpPr>
        <dsp:cNvPr id="0" name=""/>
        <dsp:cNvSpPr/>
      </dsp:nvSpPr>
      <dsp:spPr bwMode="white">
        <a:xfrm>
          <a:off x="4824" y="111389"/>
          <a:ext cx="2808554" cy="1123421"/>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信息过滤（</a:t>
          </a:r>
          <a:r>
            <a:rPr lang="en-US" altLang="zh-CN" sz="2000" kern="1200" dirty="0"/>
            <a:t>Filtering</a:t>
          </a:r>
          <a:r>
            <a:rPr lang="zh-CN" altLang="en-US" sz="2000" kern="1200" dirty="0"/>
            <a:t>）</a:t>
          </a:r>
        </a:p>
      </dsp:txBody>
      <dsp:txXfrm>
        <a:off x="566535" y="111389"/>
        <a:ext cx="1685133" cy="1123421"/>
      </dsp:txXfrm>
    </dsp:sp>
    <dsp:sp modelId="{ECBF2121-5EB7-C249-9C2A-3E8EC1CC05F5}">
      <dsp:nvSpPr>
        <dsp:cNvPr id="0" name=""/>
        <dsp:cNvSpPr/>
      </dsp:nvSpPr>
      <dsp:spPr bwMode="white">
        <a:xfrm>
          <a:off x="2532523" y="111389"/>
          <a:ext cx="2808554" cy="1123421"/>
        </a:xfrm>
        <a:prstGeom prst="chevron">
          <a:avLst/>
        </a:prstGeom>
        <a:solidFill>
          <a:schemeClr val="accent3">
            <a:hueOff val="-4262053"/>
            <a:satOff val="-33008"/>
            <a:lumOff val="-97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文本解析（</a:t>
          </a:r>
          <a:r>
            <a:rPr lang="en-US" altLang="zh-CN" sz="2000" kern="1200" dirty="0"/>
            <a:t>Parsing</a:t>
          </a:r>
          <a:r>
            <a:rPr lang="zh-CN" altLang="en-US" sz="2000" kern="1200" dirty="0"/>
            <a:t>）</a:t>
          </a:r>
        </a:p>
      </dsp:txBody>
      <dsp:txXfrm>
        <a:off x="3094234" y="111389"/>
        <a:ext cx="1685133" cy="1123421"/>
      </dsp:txXfrm>
    </dsp:sp>
    <dsp:sp modelId="{FE3A0351-4B91-F146-BE92-0F8143775D62}">
      <dsp:nvSpPr>
        <dsp:cNvPr id="0" name=""/>
        <dsp:cNvSpPr/>
      </dsp:nvSpPr>
      <dsp:spPr bwMode="white">
        <a:xfrm>
          <a:off x="5060222" y="111389"/>
          <a:ext cx="2808554" cy="1123421"/>
        </a:xfrm>
        <a:prstGeom prst="chevron">
          <a:avLst/>
        </a:prstGeom>
        <a:solidFill>
          <a:schemeClr val="accent3">
            <a:hueOff val="-8524105"/>
            <a:satOff val="-66016"/>
            <a:lumOff val="-194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切分方式（</a:t>
          </a:r>
          <a:r>
            <a:rPr lang="en-US" altLang="zh-CN" sz="2000" kern="1200" dirty="0"/>
            <a:t>Chunking</a:t>
          </a:r>
          <a:r>
            <a:rPr lang="zh-CN" altLang="en-US" sz="2000" kern="1200" dirty="0"/>
            <a:t>）</a:t>
          </a:r>
        </a:p>
      </dsp:txBody>
      <dsp:txXfrm>
        <a:off x="5621933" y="111389"/>
        <a:ext cx="1685133" cy="1123421"/>
      </dsp:txXfrm>
    </dsp:sp>
    <dsp:sp modelId="{0FE13349-E54B-004A-834C-25535B8E2779}">
      <dsp:nvSpPr>
        <dsp:cNvPr id="0" name=""/>
        <dsp:cNvSpPr/>
      </dsp:nvSpPr>
      <dsp:spPr bwMode="white">
        <a:xfrm>
          <a:off x="7587921" y="111389"/>
          <a:ext cx="2808554" cy="1123421"/>
        </a:xfrm>
        <a:prstGeom prst="chevron">
          <a:avLst/>
        </a:prstGeom>
        <a:solidFill>
          <a:schemeClr val="accent3">
            <a:hueOff val="-12786157"/>
            <a:satOff val="-99024"/>
            <a:lumOff val="-292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增益文本（</a:t>
          </a:r>
          <a:r>
            <a:rPr lang="en-US" altLang="zh-CN" sz="2000" kern="1200" dirty="0"/>
            <a:t>B</a:t>
          </a:r>
          <a:r>
            <a:rPr lang="en-GB" altLang="en-US" sz="2000" kern="1200" dirty="0"/>
            <a:t>benefits</a:t>
          </a:r>
          <a:r>
            <a:rPr lang="zh-CN" altLang="en-US" sz="2000" kern="1200" dirty="0"/>
            <a:t>）</a:t>
          </a:r>
        </a:p>
      </dsp:txBody>
      <dsp:txXfrm>
        <a:off x="8149632" y="111389"/>
        <a:ext cx="1685133" cy="11234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CD37AF-3930-8647-9732-34B5AFD26401}">
      <dsp:nvSpPr>
        <dsp:cNvPr id="0" name=""/>
        <dsp:cNvSpPr/>
      </dsp:nvSpPr>
      <dsp:spPr bwMode="white">
        <a:xfrm>
          <a:off x="16327" y="0"/>
          <a:ext cx="3034844" cy="1390640"/>
        </a:xfrm>
        <a:prstGeom prst="roundRect">
          <a:avLst>
            <a:gd name="adj" fmla="val 10000"/>
          </a:avLst>
        </a:prstGeom>
        <a:gradFill rotWithShape="0">
          <a:gsLst>
            <a:gs pos="0">
              <a:srgbClr val="002C71">
                <a:shade val="80000"/>
                <a:hueOff val="0"/>
                <a:satOff val="0"/>
                <a:lumOff val="0"/>
                <a:alphaOff val="0"/>
                <a:satMod val="103000"/>
                <a:lumMod val="102000"/>
                <a:tint val="94000"/>
              </a:srgbClr>
            </a:gs>
            <a:gs pos="50000">
              <a:srgbClr val="002C71">
                <a:shade val="80000"/>
                <a:hueOff val="0"/>
                <a:satOff val="0"/>
                <a:lumOff val="0"/>
                <a:alphaOff val="0"/>
                <a:satMod val="110000"/>
                <a:lumMod val="100000"/>
                <a:shade val="100000"/>
              </a:srgbClr>
            </a:gs>
            <a:gs pos="100000">
              <a:srgbClr val="002C71">
                <a:shade val="8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altLang="zh-CN" sz="1700" kern="1200" dirty="0">
              <a:solidFill>
                <a:srgbClr val="FFFFFF"/>
              </a:solidFill>
              <a:latin typeface="微软雅黑" panose="020B0503020204020204" pitchFamily="34" charset="-122"/>
              <a:ea typeface="微软雅黑" panose="020B0503020204020204" pitchFamily="34" charset="-122"/>
              <a:cs typeface="+mn-cs"/>
            </a:rPr>
            <a:t>1.</a:t>
          </a:r>
          <a:r>
            <a:rPr lang="zh-CN" altLang="en-US" sz="1700" kern="1200" dirty="0">
              <a:solidFill>
                <a:srgbClr val="FFFFFF"/>
              </a:solidFill>
              <a:latin typeface="微软雅黑" panose="020B0503020204020204" pitchFamily="34" charset="-122"/>
              <a:ea typeface="微软雅黑" panose="020B0503020204020204" pitchFamily="34" charset="-122"/>
              <a:cs typeface="+mn-cs"/>
            </a:rPr>
            <a:t>同义词库 </a:t>
          </a:r>
          <a:endParaRPr lang="en-US" altLang="zh-CN" sz="1700" kern="1200" dirty="0">
            <a:solidFill>
              <a:srgbClr val="FFFFFF"/>
            </a:solidFill>
            <a:latin typeface="微软雅黑" panose="020B0503020204020204" pitchFamily="34" charset="-122"/>
            <a:ea typeface="微软雅黑" panose="020B0503020204020204" pitchFamily="34" charset="-122"/>
            <a:cs typeface="+mn-cs"/>
          </a:endParaRPr>
        </a:p>
        <a:p>
          <a:pPr marL="0" lvl="0" indent="0" algn="l" defTabSz="755650">
            <a:lnSpc>
              <a:spcPct val="90000"/>
            </a:lnSpc>
            <a:spcBef>
              <a:spcPct val="0"/>
            </a:spcBef>
            <a:spcAft>
              <a:spcPct val="35000"/>
            </a:spcAft>
            <a:buNone/>
          </a:pPr>
          <a:r>
            <a:rPr lang="en-US" altLang="zh-CN" sz="1700" kern="1200" dirty="0">
              <a:solidFill>
                <a:srgbClr val="FFFFFF"/>
              </a:solidFill>
              <a:latin typeface="微软雅黑" panose="020B0503020204020204" pitchFamily="34" charset="-122"/>
              <a:ea typeface="微软雅黑" panose="020B0503020204020204" pitchFamily="34" charset="-122"/>
              <a:cs typeface="+mn-cs"/>
            </a:rPr>
            <a:t>2.</a:t>
          </a:r>
          <a:r>
            <a:rPr lang="zh-CN" altLang="en-US" sz="1700" kern="1200" dirty="0">
              <a:solidFill>
                <a:srgbClr val="FFFFFF"/>
              </a:solidFill>
              <a:latin typeface="微软雅黑" panose="020B0503020204020204" pitchFamily="34" charset="-122"/>
              <a:ea typeface="微软雅黑" panose="020B0503020204020204" pitchFamily="34" charset="-122"/>
              <a:cs typeface="+mn-cs"/>
            </a:rPr>
            <a:t>行业术语库</a:t>
          </a:r>
          <a:r>
            <a:rPr lang="zh-CN" altLang="en-US" sz="1600" kern="1200" dirty="0">
              <a:solidFill>
                <a:srgbClr val="FFFFFF"/>
              </a:solidFill>
              <a:latin typeface="微软雅黑" panose="020B0503020204020204" pitchFamily="34" charset="-122"/>
              <a:ea typeface="微软雅黑" panose="020B0503020204020204" pitchFamily="34" charset="-122"/>
              <a:cs typeface="+mn-cs"/>
            </a:rPr>
            <a:t>（预处理策略）</a:t>
          </a:r>
        </a:p>
      </dsp:txBody>
      <dsp:txXfrm>
        <a:off x="57057" y="40730"/>
        <a:ext cx="1534235" cy="1309180"/>
      </dsp:txXfrm>
    </dsp:sp>
    <dsp:sp modelId="{22094D45-1836-0E4B-93A4-91846EE32B41}">
      <dsp:nvSpPr>
        <dsp:cNvPr id="0" name=""/>
        <dsp:cNvSpPr/>
      </dsp:nvSpPr>
      <dsp:spPr bwMode="white">
        <a:xfrm>
          <a:off x="44324" y="1622413"/>
          <a:ext cx="3034844" cy="1390640"/>
        </a:xfrm>
        <a:prstGeom prst="roundRect">
          <a:avLst>
            <a:gd name="adj" fmla="val 10000"/>
          </a:avLst>
        </a:prstGeom>
        <a:gradFill rotWithShape="0">
          <a:gsLst>
            <a:gs pos="0">
              <a:srgbClr val="002C71">
                <a:shade val="80000"/>
                <a:hueOff val="389472"/>
                <a:satOff val="-43715"/>
                <a:lumOff val="21542"/>
                <a:alphaOff val="0"/>
                <a:satMod val="103000"/>
                <a:lumMod val="102000"/>
                <a:tint val="94000"/>
              </a:srgbClr>
            </a:gs>
            <a:gs pos="50000">
              <a:srgbClr val="002C71">
                <a:shade val="80000"/>
                <a:hueOff val="389472"/>
                <a:satOff val="-43715"/>
                <a:lumOff val="21542"/>
                <a:alphaOff val="0"/>
                <a:satMod val="110000"/>
                <a:lumMod val="100000"/>
                <a:shade val="100000"/>
              </a:srgbClr>
            </a:gs>
            <a:gs pos="100000">
              <a:srgbClr val="002C71">
                <a:shade val="80000"/>
                <a:hueOff val="389472"/>
                <a:satOff val="-43715"/>
                <a:lumOff val="21542"/>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zh-CN" altLang="en-US" sz="1700" kern="1200" dirty="0">
              <a:solidFill>
                <a:srgbClr val="FFFFFF"/>
              </a:solidFill>
              <a:latin typeface="微软雅黑" panose="020B0503020204020204" pitchFamily="34" charset="-122"/>
              <a:ea typeface="微软雅黑" panose="020B0503020204020204" pitchFamily="34" charset="-122"/>
              <a:cs typeface="+mn-cs"/>
            </a:rPr>
            <a:t>  </a:t>
          </a:r>
          <a:r>
            <a:rPr lang="en-US" altLang="zh-CN" sz="1700" kern="1200" dirty="0">
              <a:solidFill>
                <a:srgbClr val="FFFFFF"/>
              </a:solidFill>
              <a:latin typeface="微软雅黑" panose="020B0503020204020204" pitchFamily="34" charset="-122"/>
              <a:ea typeface="微软雅黑" panose="020B0503020204020204" pitchFamily="34" charset="-122"/>
              <a:cs typeface="+mn-cs"/>
            </a:rPr>
            <a:t>QA</a:t>
          </a:r>
          <a:r>
            <a:rPr lang="zh-CN" altLang="en-US" sz="1700" kern="1200" dirty="0">
              <a:solidFill>
                <a:srgbClr val="FFFFFF"/>
              </a:solidFill>
              <a:latin typeface="微软雅黑" panose="020B0503020204020204" pitchFamily="34" charset="-122"/>
              <a:ea typeface="微软雅黑" panose="020B0503020204020204" pitchFamily="34" charset="-122"/>
              <a:cs typeface="+mn-cs"/>
            </a:rPr>
            <a:t>类型语料库</a:t>
          </a:r>
          <a:endParaRPr lang="en-US" altLang="zh-CN" sz="1700" kern="1200" dirty="0">
            <a:solidFill>
              <a:srgbClr val="FFFFFF"/>
            </a:solidFill>
            <a:latin typeface="微软雅黑" panose="020B0503020204020204" pitchFamily="34" charset="-122"/>
            <a:ea typeface="微软雅黑" panose="020B0503020204020204" pitchFamily="34" charset="-122"/>
            <a:cs typeface="+mn-cs"/>
          </a:endParaRPr>
        </a:p>
        <a:p>
          <a:pPr marL="0" lvl="0" indent="0" algn="l" defTabSz="755650">
            <a:lnSpc>
              <a:spcPct val="90000"/>
            </a:lnSpc>
            <a:spcBef>
              <a:spcPct val="0"/>
            </a:spcBef>
            <a:spcAft>
              <a:spcPct val="35000"/>
            </a:spcAft>
            <a:buNone/>
          </a:pPr>
          <a:r>
            <a:rPr lang="zh-CN" altLang="en-US" sz="1600" kern="1200" dirty="0">
              <a:solidFill>
                <a:srgbClr val="FFFFFF"/>
              </a:solidFill>
              <a:latin typeface="微软雅黑" panose="020B0503020204020204" pitchFamily="34" charset="-122"/>
              <a:ea typeface="微软雅黑" panose="020B0503020204020204" pitchFamily="34" charset="-122"/>
              <a:cs typeface="+mn-cs"/>
            </a:rPr>
            <a:t>（一级检索策）</a:t>
          </a:r>
          <a:endParaRPr lang="en-US" altLang="zh-CN" sz="1600" kern="1200" dirty="0">
            <a:solidFill>
              <a:srgbClr val="FFFFFF"/>
            </a:solidFill>
            <a:latin typeface="微软雅黑" panose="020B0503020204020204" pitchFamily="34" charset="-122"/>
            <a:ea typeface="微软雅黑" panose="020B0503020204020204" pitchFamily="34" charset="-122"/>
            <a:cs typeface="+mn-cs"/>
          </a:endParaRPr>
        </a:p>
      </dsp:txBody>
      <dsp:txXfrm>
        <a:off x="85054" y="1663143"/>
        <a:ext cx="1781687" cy="1309180"/>
      </dsp:txXfrm>
    </dsp:sp>
    <dsp:sp modelId="{E1595FA9-463B-1C40-B187-449D2E00190E}">
      <dsp:nvSpPr>
        <dsp:cNvPr id="0" name=""/>
        <dsp:cNvSpPr/>
      </dsp:nvSpPr>
      <dsp:spPr bwMode="white">
        <a:xfrm>
          <a:off x="44340" y="3244827"/>
          <a:ext cx="3034844" cy="1390640"/>
        </a:xfrm>
        <a:prstGeom prst="roundRect">
          <a:avLst>
            <a:gd name="adj" fmla="val 10000"/>
          </a:avLst>
        </a:prstGeom>
        <a:gradFill flip="none" rotWithShape="1">
          <a:gsLst>
            <a:gs pos="0">
              <a:srgbClr val="002C71">
                <a:lumMod val="5000"/>
                <a:lumOff val="95000"/>
              </a:srgbClr>
            </a:gs>
            <a:gs pos="0">
              <a:srgbClr val="002C71">
                <a:lumMod val="45000"/>
                <a:lumOff val="55000"/>
              </a:srgbClr>
            </a:gs>
            <a:gs pos="73000">
              <a:srgbClr val="002C71">
                <a:lumMod val="45000"/>
                <a:lumOff val="55000"/>
              </a:srgbClr>
            </a:gs>
            <a:gs pos="100000">
              <a:srgbClr val="002C71">
                <a:lumMod val="30000"/>
                <a:lumOff val="70000"/>
              </a:srgbClr>
            </a:gs>
          </a:gsLst>
          <a:lin ang="5400000" scaled="1"/>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zh-CN" altLang="en-US" sz="1700" kern="1200" dirty="0">
              <a:solidFill>
                <a:srgbClr val="FFFFFF"/>
              </a:solidFill>
              <a:latin typeface="微软雅黑" panose="020B0503020204020204" pitchFamily="34" charset="-122"/>
              <a:ea typeface="微软雅黑" panose="020B0503020204020204" pitchFamily="34" charset="-122"/>
              <a:cs typeface="+mn-cs"/>
            </a:rPr>
            <a:t>  文本类型语料</a:t>
          </a:r>
          <a:endParaRPr lang="en-US" altLang="zh-CN" sz="1700" kern="1200" dirty="0">
            <a:solidFill>
              <a:srgbClr val="FFFFFF"/>
            </a:solidFill>
            <a:latin typeface="微软雅黑" panose="020B0503020204020204" pitchFamily="34" charset="-122"/>
            <a:ea typeface="微软雅黑" panose="020B0503020204020204" pitchFamily="34" charset="-122"/>
            <a:cs typeface="+mn-cs"/>
          </a:endParaRPr>
        </a:p>
        <a:p>
          <a:pPr marL="0" lvl="0" indent="0" algn="l" defTabSz="755650">
            <a:lnSpc>
              <a:spcPct val="90000"/>
            </a:lnSpc>
            <a:spcBef>
              <a:spcPct val="0"/>
            </a:spcBef>
            <a:spcAft>
              <a:spcPct val="35000"/>
            </a:spcAft>
            <a:buNone/>
          </a:pPr>
          <a:r>
            <a:rPr lang="zh-CN" altLang="en-US" sz="1600" kern="1200" dirty="0">
              <a:solidFill>
                <a:srgbClr val="FFFFFF"/>
              </a:solidFill>
              <a:latin typeface="微软雅黑" panose="020B0503020204020204" pitchFamily="34" charset="-122"/>
              <a:ea typeface="微软雅黑" panose="020B0503020204020204" pitchFamily="34" charset="-122"/>
              <a:cs typeface="+mn-cs"/>
            </a:rPr>
            <a:t>（二级检索策）</a:t>
          </a:r>
          <a:endParaRPr lang="en-US" altLang="zh-CN" sz="1600" kern="1200" dirty="0">
            <a:solidFill>
              <a:srgbClr val="FFFFFF"/>
            </a:solidFill>
            <a:latin typeface="微软雅黑" panose="020B0503020204020204" pitchFamily="34" charset="-122"/>
            <a:ea typeface="微软雅黑" panose="020B0503020204020204" pitchFamily="34" charset="-122"/>
            <a:cs typeface="+mn-cs"/>
          </a:endParaRPr>
        </a:p>
      </dsp:txBody>
      <dsp:txXfrm>
        <a:off x="85070" y="3285557"/>
        <a:ext cx="1781687" cy="1309180"/>
      </dsp:txXfrm>
    </dsp:sp>
    <dsp:sp modelId="{B151C427-8E02-2042-917B-B0F4A6431087}">
      <dsp:nvSpPr>
        <dsp:cNvPr id="0" name=""/>
        <dsp:cNvSpPr/>
      </dsp:nvSpPr>
      <dsp:spPr bwMode="white">
        <a:xfrm>
          <a:off x="2130927" y="1054568"/>
          <a:ext cx="903916" cy="903916"/>
        </a:xfrm>
        <a:prstGeom prst="downArrow">
          <a:avLst>
            <a:gd name="adj1" fmla="val 55000"/>
            <a:gd name="adj2" fmla="val 45000"/>
          </a:avLst>
        </a:prstGeom>
        <a:gradFill rotWithShape="0">
          <a:gsLst>
            <a:gs pos="0">
              <a:srgbClr val="0049A7">
                <a:lumMod val="5000"/>
                <a:lumOff val="95000"/>
                <a:alpha val="0"/>
              </a:srgbClr>
            </a:gs>
            <a:gs pos="74000">
              <a:srgbClr val="0049A7">
                <a:lumMod val="45000"/>
                <a:lumOff val="55000"/>
              </a:srgbClr>
            </a:gs>
            <a:gs pos="83000">
              <a:srgbClr val="0049A7">
                <a:lumMod val="45000"/>
                <a:lumOff val="55000"/>
              </a:srgbClr>
            </a:gs>
            <a:gs pos="100000">
              <a:srgbClr val="0049A7">
                <a:lumMod val="30000"/>
                <a:lumOff val="70000"/>
              </a:srgbClr>
            </a:gs>
          </a:gsLst>
          <a:lin ang="5400000" scaled="1"/>
        </a:gradFill>
        <a:ln w="635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2334308" y="1054568"/>
        <a:ext cx="497154" cy="680197"/>
      </dsp:txXfrm>
    </dsp:sp>
    <dsp:sp modelId="{C469AEF9-542E-BA47-9A2C-0EB802E8DD5C}">
      <dsp:nvSpPr>
        <dsp:cNvPr id="0" name=""/>
        <dsp:cNvSpPr/>
      </dsp:nvSpPr>
      <dsp:spPr bwMode="white">
        <a:xfrm>
          <a:off x="2088466" y="2667711"/>
          <a:ext cx="903916" cy="903916"/>
        </a:xfrm>
        <a:prstGeom prst="downArrow">
          <a:avLst>
            <a:gd name="adj1" fmla="val 55000"/>
            <a:gd name="adj2" fmla="val 45000"/>
          </a:avLst>
        </a:prstGeom>
        <a:gradFill flip="none" rotWithShape="1">
          <a:gsLst>
            <a:gs pos="0">
              <a:srgbClr val="0049A7">
                <a:lumMod val="5000"/>
                <a:lumOff val="95000"/>
                <a:alpha val="0"/>
              </a:srgbClr>
            </a:gs>
            <a:gs pos="74000">
              <a:srgbClr val="0049A7">
                <a:lumMod val="45000"/>
                <a:lumOff val="55000"/>
              </a:srgbClr>
            </a:gs>
            <a:gs pos="83000">
              <a:srgbClr val="0049A7">
                <a:lumMod val="45000"/>
                <a:lumOff val="55000"/>
              </a:srgbClr>
            </a:gs>
            <a:gs pos="100000">
              <a:srgbClr val="0049A7">
                <a:lumMod val="30000"/>
                <a:lumOff val="70000"/>
              </a:srgbClr>
            </a:gs>
          </a:gsLst>
          <a:lin ang="5400000" scaled="1"/>
          <a:tileRect/>
        </a:gradFill>
        <a:ln w="635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zh-CN" altLang="en-US" sz="2900" kern="120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2291847" y="2667711"/>
        <a:ext cx="497154" cy="6801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37806-5F37-F846-9E37-CEA7CD2820DB}">
      <dsp:nvSpPr>
        <dsp:cNvPr id="0" name=""/>
        <dsp:cNvSpPr/>
      </dsp:nvSpPr>
      <dsp:spPr>
        <a:xfrm>
          <a:off x="315334" y="0"/>
          <a:ext cx="2095159" cy="1047579"/>
        </a:xfrm>
        <a:prstGeom prst="roundRect">
          <a:avLst>
            <a:gd name="adj" fmla="val 10000"/>
          </a:avLst>
        </a:prstGeom>
        <a:solidFill>
          <a:srgbClr val="002C71">
            <a:lumMod val="75000"/>
          </a:srgbClr>
        </a:solidFill>
        <a:ln>
          <a:noFill/>
        </a:ln>
        <a:effectLst/>
        <a:sp3d extrusionH="381000" contourW="38100" prstMaterial="matte">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solidFill>
                <a:srgbClr val="FFFFFF"/>
              </a:solidFill>
              <a:latin typeface="微软雅黑" panose="020B0503020204020204" pitchFamily="34" charset="-122"/>
              <a:ea typeface="微软雅黑" panose="020B0503020204020204" pitchFamily="34" charset="-122"/>
              <a:cs typeface="+mn-cs"/>
            </a:rPr>
            <a:t>检索  </a:t>
          </a:r>
          <a:r>
            <a:rPr lang="en-US" altLang="zh-CN" sz="1900" kern="1200" dirty="0">
              <a:solidFill>
                <a:srgbClr val="FFFFFF"/>
              </a:solidFill>
              <a:latin typeface="微软雅黑" panose="020B0503020204020204" pitchFamily="34" charset="-122"/>
              <a:ea typeface="微软雅黑" panose="020B0503020204020204" pitchFamily="34" charset="-122"/>
              <a:cs typeface="+mn-cs"/>
            </a:rPr>
            <a:t>L1</a:t>
          </a:r>
        </a:p>
        <a:p>
          <a:pPr marL="0" lvl="0" indent="0" algn="ctr" defTabSz="844550">
            <a:lnSpc>
              <a:spcPct val="90000"/>
            </a:lnSpc>
            <a:spcBef>
              <a:spcPct val="0"/>
            </a:spcBef>
            <a:spcAft>
              <a:spcPct val="35000"/>
            </a:spcAft>
            <a:buNone/>
          </a:pPr>
          <a:r>
            <a:rPr lang="zh-CN" altLang="en-US" sz="1900" kern="1200" dirty="0">
              <a:solidFill>
                <a:srgbClr val="FFFFFF"/>
              </a:solidFill>
              <a:latin typeface="微软雅黑" panose="020B0503020204020204" pitchFamily="34" charset="-122"/>
              <a:ea typeface="微软雅黑" panose="020B0503020204020204" pitchFamily="34" charset="-122"/>
              <a:cs typeface="+mn-cs"/>
            </a:rPr>
            <a:t>（</a:t>
          </a:r>
          <a:r>
            <a:rPr lang="en-US" altLang="zh-CN" sz="1900" kern="1200" dirty="0">
              <a:solidFill>
                <a:srgbClr val="FFFFFF"/>
              </a:solidFill>
              <a:latin typeface="微软雅黑" panose="020B0503020204020204" pitchFamily="34" charset="-122"/>
              <a:ea typeface="微软雅黑" panose="020B0503020204020204" pitchFamily="34" charset="-122"/>
              <a:cs typeface="+mn-cs"/>
            </a:rPr>
            <a:t>Retrieval</a:t>
          </a:r>
          <a:r>
            <a:rPr lang="zh-CN" altLang="en-US" sz="1900" kern="1200" dirty="0">
              <a:solidFill>
                <a:srgbClr val="FFFFFF"/>
              </a:solidFill>
              <a:latin typeface="微软雅黑" panose="020B0503020204020204" pitchFamily="34" charset="-122"/>
              <a:ea typeface="微软雅黑" panose="020B0503020204020204" pitchFamily="34" charset="-122"/>
              <a:cs typeface="+mn-cs"/>
            </a:rPr>
            <a:t>）</a:t>
          </a:r>
        </a:p>
      </dsp:txBody>
      <dsp:txXfrm>
        <a:off x="346017" y="30683"/>
        <a:ext cx="2033793" cy="986213"/>
      </dsp:txXfrm>
    </dsp:sp>
    <dsp:sp modelId="{D58D424A-C2AB-0142-BB91-43D6DE9B1A89}">
      <dsp:nvSpPr>
        <dsp:cNvPr id="0" name=""/>
        <dsp:cNvSpPr/>
      </dsp:nvSpPr>
      <dsp:spPr>
        <a:xfrm>
          <a:off x="524850" y="1047579"/>
          <a:ext cx="789938" cy="788606"/>
        </a:xfrm>
        <a:custGeom>
          <a:avLst/>
          <a:gdLst/>
          <a:ahLst/>
          <a:cxnLst/>
          <a:rect l="0" t="0" r="0" b="0"/>
          <a:pathLst>
            <a:path>
              <a:moveTo>
                <a:pt x="0" y="0"/>
              </a:moveTo>
              <a:lnTo>
                <a:pt x="0" y="788606"/>
              </a:lnTo>
              <a:lnTo>
                <a:pt x="789938" y="788606"/>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63BEF7E9-DE1D-A646-95A7-126AD141E876}">
      <dsp:nvSpPr>
        <dsp:cNvPr id="0" name=""/>
        <dsp:cNvSpPr/>
      </dsp:nvSpPr>
      <dsp:spPr>
        <a:xfrm>
          <a:off x="1314788" y="1312396"/>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0"/>
              <a:satOff val="0"/>
              <a:lumOff val="0"/>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传统全文搜索方法 </a:t>
          </a: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Keyword)</a:t>
          </a:r>
          <a:endParaRPr lang="zh-CN" altLang="en-US" sz="16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1343079"/>
        <a:ext cx="1614761" cy="986213"/>
      </dsp:txXfrm>
    </dsp:sp>
    <dsp:sp modelId="{3AF8B4DA-2FEB-F64C-BBB9-7D3B4E7E3104}">
      <dsp:nvSpPr>
        <dsp:cNvPr id="0" name=""/>
        <dsp:cNvSpPr/>
      </dsp:nvSpPr>
      <dsp:spPr>
        <a:xfrm>
          <a:off x="524850" y="1047579"/>
          <a:ext cx="789938" cy="2098081"/>
        </a:xfrm>
        <a:custGeom>
          <a:avLst/>
          <a:gdLst/>
          <a:ahLst/>
          <a:cxnLst/>
          <a:rect l="0" t="0" r="0" b="0"/>
          <a:pathLst>
            <a:path>
              <a:moveTo>
                <a:pt x="0" y="0"/>
              </a:moveTo>
              <a:lnTo>
                <a:pt x="0" y="2098081"/>
              </a:lnTo>
              <a:lnTo>
                <a:pt x="789938" y="2098081"/>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CDECB183-1A23-BB43-A155-79D83385074B}">
      <dsp:nvSpPr>
        <dsp:cNvPr id="0" name=""/>
        <dsp:cNvSpPr/>
      </dsp:nvSpPr>
      <dsp:spPr>
        <a:xfrm>
          <a:off x="1314788" y="2621870"/>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278743"/>
              <a:satOff val="-4760"/>
              <a:lumOff val="10981"/>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向量表示法 </a:t>
          </a: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Vector)</a:t>
          </a:r>
          <a:endParaRPr lang="zh-CN" altLang="en-US" sz="16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2652553"/>
        <a:ext cx="1614761" cy="986213"/>
      </dsp:txXfrm>
    </dsp:sp>
    <dsp:sp modelId="{E4678A54-4780-3F44-9695-F636977A4DF1}">
      <dsp:nvSpPr>
        <dsp:cNvPr id="0" name=""/>
        <dsp:cNvSpPr/>
      </dsp:nvSpPr>
      <dsp:spPr>
        <a:xfrm>
          <a:off x="524850" y="1047579"/>
          <a:ext cx="789938" cy="3407555"/>
        </a:xfrm>
        <a:custGeom>
          <a:avLst/>
          <a:gdLst/>
          <a:ahLst/>
          <a:cxnLst/>
          <a:rect l="0" t="0" r="0" b="0"/>
          <a:pathLst>
            <a:path>
              <a:moveTo>
                <a:pt x="0" y="0"/>
              </a:moveTo>
              <a:lnTo>
                <a:pt x="0" y="3407555"/>
              </a:lnTo>
              <a:lnTo>
                <a:pt x="789938" y="3407555"/>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D4FC4AF8-8FD1-D04E-90CD-8341C61C9AC9}">
      <dsp:nvSpPr>
        <dsp:cNvPr id="0" name=""/>
        <dsp:cNvSpPr/>
      </dsp:nvSpPr>
      <dsp:spPr>
        <a:xfrm>
          <a:off x="1314788" y="3931345"/>
          <a:ext cx="1676127" cy="1047579"/>
        </a:xfrm>
        <a:prstGeom prst="roundRect">
          <a:avLst>
            <a:gd name="adj" fmla="val 10000"/>
          </a:avLst>
        </a:prstGeom>
        <a:solidFill>
          <a:srgbClr val="FFFFFF">
            <a:alpha val="90000"/>
            <a:hueOff val="0"/>
            <a:satOff val="0"/>
            <a:lumOff val="0"/>
            <a:alphaOff val="0"/>
          </a:srgbClr>
        </a:solidFill>
        <a:ln w="6350" cap="flat" cmpd="sng" algn="ctr">
          <a:solidFill>
            <a:srgbClr val="0049A7">
              <a:hueOff val="557487"/>
              <a:satOff val="-9522"/>
              <a:lumOff val="21961"/>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混合检索方法 </a:t>
          </a: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Hybrid)</a:t>
          </a:r>
          <a:endParaRPr lang="zh-CN" altLang="en-US" sz="16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3962028"/>
        <a:ext cx="1614761" cy="9862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37806-5F37-F846-9E37-CEA7CD2820DB}">
      <dsp:nvSpPr>
        <dsp:cNvPr id="0" name=""/>
        <dsp:cNvSpPr/>
      </dsp:nvSpPr>
      <dsp:spPr>
        <a:xfrm>
          <a:off x="315334" y="0"/>
          <a:ext cx="2095160" cy="1047580"/>
        </a:xfrm>
        <a:prstGeom prst="roundRect">
          <a:avLst>
            <a:gd name="adj" fmla="val 10000"/>
          </a:avLst>
        </a:prstGeom>
        <a:solidFill>
          <a:srgbClr val="235EF4">
            <a:lumMod val="75000"/>
          </a:srgbClr>
        </a:solidFill>
        <a:ln>
          <a:noFill/>
        </a:ln>
        <a:effectLst/>
        <a:sp3d extrusionH="381000" contourW="38100" prstMaterial="matte">
          <a:contourClr>
            <a:srgbClr val="FFFFFF"/>
          </a:contourClr>
        </a:sp3d>
      </dsp:spPr>
      <dsp:style>
        <a:lnRef idx="0">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dirty="0">
              <a:solidFill>
                <a:srgbClr val="FFFFFF"/>
              </a:solidFill>
              <a:latin typeface="微软雅黑" panose="020B0503020204020204" pitchFamily="34" charset="-122"/>
              <a:ea typeface="微软雅黑" panose="020B0503020204020204" pitchFamily="34" charset="-122"/>
              <a:cs typeface="+mn-cs"/>
            </a:rPr>
            <a:t>排名 </a:t>
          </a:r>
          <a:r>
            <a:rPr lang="en-US" altLang="zh-CN" sz="2100" kern="1200" dirty="0">
              <a:solidFill>
                <a:srgbClr val="FFFFFF"/>
              </a:solidFill>
              <a:latin typeface="微软雅黑" panose="020B0503020204020204" pitchFamily="34" charset="-122"/>
              <a:ea typeface="微软雅黑" panose="020B0503020204020204" pitchFamily="34" charset="-122"/>
              <a:cs typeface="+mn-cs"/>
            </a:rPr>
            <a:t>L2</a:t>
          </a:r>
          <a:r>
            <a:rPr lang="zh-CN" altLang="en-US" sz="2100" kern="1200" dirty="0">
              <a:solidFill>
                <a:srgbClr val="FFFFFF"/>
              </a:solidFill>
              <a:latin typeface="微软雅黑" panose="020B0503020204020204" pitchFamily="34" charset="-122"/>
              <a:ea typeface="微软雅黑" panose="020B0503020204020204" pitchFamily="34" charset="-122"/>
              <a:cs typeface="+mn-cs"/>
            </a:rPr>
            <a:t>（</a:t>
          </a:r>
          <a:r>
            <a:rPr lang="en-US" altLang="zh-CN" sz="2100" kern="1200" dirty="0">
              <a:solidFill>
                <a:srgbClr val="FFFFFF"/>
              </a:solidFill>
              <a:latin typeface="微软雅黑" panose="020B0503020204020204" pitchFamily="34" charset="-122"/>
              <a:ea typeface="微软雅黑" panose="020B0503020204020204" pitchFamily="34" charset="-122"/>
              <a:cs typeface="+mn-cs"/>
            </a:rPr>
            <a:t>Ranking</a:t>
          </a:r>
          <a:r>
            <a:rPr lang="zh-CN" altLang="en-US" sz="2100" kern="1200" dirty="0">
              <a:solidFill>
                <a:srgbClr val="FFFFFF"/>
              </a:solidFill>
              <a:latin typeface="微软雅黑" panose="020B0503020204020204" pitchFamily="34" charset="-122"/>
              <a:ea typeface="微软雅黑" panose="020B0503020204020204" pitchFamily="34" charset="-122"/>
              <a:cs typeface="+mn-cs"/>
            </a:rPr>
            <a:t>）</a:t>
          </a:r>
        </a:p>
      </dsp:txBody>
      <dsp:txXfrm>
        <a:off x="346017" y="30683"/>
        <a:ext cx="2033794" cy="986214"/>
      </dsp:txXfrm>
    </dsp:sp>
    <dsp:sp modelId="{D58D424A-C2AB-0142-BB91-43D6DE9B1A89}">
      <dsp:nvSpPr>
        <dsp:cNvPr id="0" name=""/>
        <dsp:cNvSpPr/>
      </dsp:nvSpPr>
      <dsp:spPr>
        <a:xfrm>
          <a:off x="524850" y="1047580"/>
          <a:ext cx="789938" cy="788605"/>
        </a:xfrm>
        <a:custGeom>
          <a:avLst/>
          <a:gdLst/>
          <a:ahLst/>
          <a:cxnLst/>
          <a:rect l="0" t="0" r="0" b="0"/>
          <a:pathLst>
            <a:path>
              <a:moveTo>
                <a:pt x="0" y="0"/>
              </a:moveTo>
              <a:lnTo>
                <a:pt x="0" y="788605"/>
              </a:lnTo>
              <a:lnTo>
                <a:pt x="789938" y="788605"/>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63BEF7E9-DE1D-A646-95A7-126AD141E876}">
      <dsp:nvSpPr>
        <dsp:cNvPr id="0" name=""/>
        <dsp:cNvSpPr/>
      </dsp:nvSpPr>
      <dsp:spPr>
        <a:xfrm>
          <a:off x="1314788" y="1312395"/>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0"/>
              <a:satOff val="0"/>
              <a:lumOff val="0"/>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命中率 </a:t>
          </a:r>
          <a:endPar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marL="0" lvl="0" indent="0" algn="ctr" defTabSz="711200">
            <a:lnSpc>
              <a:spcPct val="90000"/>
            </a:lnSpc>
            <a:spcBef>
              <a:spcPct val="0"/>
            </a:spcBef>
            <a:spcAft>
              <a:spcPct val="35000"/>
            </a:spcAft>
            <a:buNone/>
          </a:pP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(Hit</a:t>
          </a: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 </a:t>
          </a: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rate</a:t>
          </a:r>
          <a:r>
            <a:rPr lang="en-GB"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endParaRPr lang="zh-CN" altLang="en-US" sz="16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1343078"/>
        <a:ext cx="1614762" cy="986214"/>
      </dsp:txXfrm>
    </dsp:sp>
    <dsp:sp modelId="{3AF8B4DA-2FEB-F64C-BBB9-7D3B4E7E3104}">
      <dsp:nvSpPr>
        <dsp:cNvPr id="0" name=""/>
        <dsp:cNvSpPr/>
      </dsp:nvSpPr>
      <dsp:spPr>
        <a:xfrm>
          <a:off x="524850" y="1047580"/>
          <a:ext cx="789938" cy="2098080"/>
        </a:xfrm>
        <a:custGeom>
          <a:avLst/>
          <a:gdLst/>
          <a:ahLst/>
          <a:cxnLst/>
          <a:rect l="0" t="0" r="0" b="0"/>
          <a:pathLst>
            <a:path>
              <a:moveTo>
                <a:pt x="0" y="0"/>
              </a:moveTo>
              <a:lnTo>
                <a:pt x="0" y="2098080"/>
              </a:lnTo>
              <a:lnTo>
                <a:pt x="789938" y="2098080"/>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CDECB183-1A23-BB43-A155-79D83385074B}">
      <dsp:nvSpPr>
        <dsp:cNvPr id="0" name=""/>
        <dsp:cNvSpPr/>
      </dsp:nvSpPr>
      <dsp:spPr>
        <a:xfrm>
          <a:off x="1314788" y="2621871"/>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278743"/>
              <a:satOff val="-4760"/>
              <a:lumOff val="10981"/>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平均倒数排名</a:t>
          </a:r>
          <a:endPar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marL="0" lvl="0" indent="0" algn="ctr" defTabSz="711200">
            <a:lnSpc>
              <a:spcPct val="90000"/>
            </a:lnSpc>
            <a:spcBef>
              <a:spcPct val="0"/>
            </a:spcBef>
            <a:spcAft>
              <a:spcPct val="35000"/>
            </a:spcAft>
            <a:buNone/>
          </a:pPr>
          <a:r>
            <a:rPr lang="en-US" altLang="zh-CN"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(MRR</a:t>
          </a:r>
          <a:r>
            <a:rPr lang="en-GB" sz="1600" b="1" i="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endParaRPr lang="zh-CN" altLang="en-US" sz="16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2652554"/>
        <a:ext cx="1614762" cy="986214"/>
      </dsp:txXfrm>
    </dsp:sp>
    <dsp:sp modelId="{E4678A54-4780-3F44-9695-F636977A4DF1}">
      <dsp:nvSpPr>
        <dsp:cNvPr id="0" name=""/>
        <dsp:cNvSpPr/>
      </dsp:nvSpPr>
      <dsp:spPr>
        <a:xfrm>
          <a:off x="524850" y="1047580"/>
          <a:ext cx="789938" cy="3407556"/>
        </a:xfrm>
        <a:custGeom>
          <a:avLst/>
          <a:gdLst/>
          <a:ahLst/>
          <a:cxnLst/>
          <a:rect l="0" t="0" r="0" b="0"/>
          <a:pathLst>
            <a:path>
              <a:moveTo>
                <a:pt x="0" y="0"/>
              </a:moveTo>
              <a:lnTo>
                <a:pt x="0" y="3407556"/>
              </a:lnTo>
              <a:lnTo>
                <a:pt x="789938" y="3407556"/>
              </a:lnTo>
            </a:path>
          </a:pathLst>
        </a:custGeom>
        <a:noFill/>
        <a:ln w="12700" cap="flat" cmpd="sng" algn="ctr">
          <a:solidFill>
            <a:srgbClr val="235EF4">
              <a:hueOff val="0"/>
              <a:satOff val="0"/>
              <a:lumOff val="0"/>
              <a:alphaOff val="0"/>
            </a:srgb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D4FC4AF8-8FD1-D04E-90CD-8341C61C9AC9}">
      <dsp:nvSpPr>
        <dsp:cNvPr id="0" name=""/>
        <dsp:cNvSpPr/>
      </dsp:nvSpPr>
      <dsp:spPr>
        <a:xfrm>
          <a:off x="1314788" y="3931346"/>
          <a:ext cx="1676128" cy="1047580"/>
        </a:xfrm>
        <a:prstGeom prst="roundRect">
          <a:avLst>
            <a:gd name="adj" fmla="val 10000"/>
          </a:avLst>
        </a:prstGeom>
        <a:solidFill>
          <a:srgbClr val="FFFFFF">
            <a:alpha val="90000"/>
            <a:hueOff val="0"/>
            <a:satOff val="0"/>
            <a:lumOff val="0"/>
            <a:alphaOff val="0"/>
          </a:srgbClr>
        </a:solidFill>
        <a:ln w="6350" cap="flat" cmpd="sng" algn="ctr">
          <a:solidFill>
            <a:srgbClr val="0049A7">
              <a:hueOff val="557487"/>
              <a:satOff val="-9522"/>
              <a:lumOff val="21961"/>
              <a:alphaOff val="0"/>
            </a:srgbClr>
          </a:solidFill>
          <a:prstDash val="solid"/>
          <a:miter lim="800000"/>
        </a:ln>
        <a:effectLst/>
        <a:sp3d z="-400500" extrusionH="63500" prstMaterial="matte"/>
      </dsp:spPr>
      <dsp:style>
        <a:lnRef idx="1">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GB" altLang="en-US" sz="1300" kern="12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Reranker模型</a:t>
          </a:r>
          <a:endParaRPr lang="en-GB" altLang="en-US"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a:p>
          <a:pPr marL="0" lvl="0" indent="0" algn="ctr" defTabSz="577850">
            <a:lnSpc>
              <a:spcPct val="90000"/>
            </a:lnSpc>
            <a:spcBef>
              <a:spcPct val="0"/>
            </a:spcBef>
            <a:spcAft>
              <a:spcPct val="35000"/>
            </a:spcAft>
            <a:buNone/>
          </a:pPr>
          <a:r>
            <a:rPr lang="en-GB" altLang="en-US" sz="1300" kern="12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bge-reranker</a:t>
          </a:r>
          <a:r>
            <a:rPr lang="en-US" altLang="zh-CN"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altLang="en-US"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base
</a:t>
          </a:r>
          <a:r>
            <a:rPr lang="en-GB" altLang="en-US" sz="1300" kern="1200" dirty="0" err="1">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bge-reranker</a:t>
          </a:r>
          <a:r>
            <a:rPr lang="en-US" altLang="zh-CN"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a:t>
          </a:r>
          <a:r>
            <a:rPr lang="en-GB" altLang="en-US"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rPr>
            <a:t>large</a:t>
          </a:r>
          <a:endParaRPr lang="zh-CN" altLang="en-US" sz="1300" kern="1200" dirty="0">
            <a:solidFill>
              <a:srgbClr val="0C0D0C">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1345471" y="3962029"/>
        <a:ext cx="1614762" cy="98621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3#1">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2">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5#1">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3d5#2">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2024/8/23</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2024/8/23</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35022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0" i="0" dirty="0">
                <a:solidFill>
                  <a:srgbClr val="000000"/>
                </a:solidFill>
                <a:effectLst/>
                <a:latin typeface="Optima-Regular" panose="02000503060000020004" pitchFamily="2" charset="0"/>
              </a:rPr>
              <a:t>分块的主要原因是尽量减少我们</a:t>
            </a:r>
            <a:r>
              <a:rPr lang="en-US" altLang="zh-CN" b="1" i="0" dirty="0">
                <a:solidFill>
                  <a:srgbClr val="000000"/>
                </a:solidFill>
                <a:effectLst/>
                <a:latin typeface="Optima-Regular" panose="02000503060000020004" pitchFamily="2" charset="0"/>
              </a:rPr>
              <a:t>Embedding</a:t>
            </a:r>
            <a:r>
              <a:rPr lang="zh-CN" altLang="en-US" b="1" i="0" dirty="0">
                <a:solidFill>
                  <a:srgbClr val="000000"/>
                </a:solidFill>
                <a:effectLst/>
                <a:latin typeface="Optima-Regular" panose="02000503060000020004" pitchFamily="2" charset="0"/>
              </a:rPr>
              <a:t>内容的噪音</a:t>
            </a:r>
            <a:r>
              <a:rPr lang="zh-CN" altLang="en-US" b="0" i="0" dirty="0">
                <a:solidFill>
                  <a:srgbClr val="000000"/>
                </a:solidFill>
                <a:effectLst/>
                <a:latin typeface="Optima-Regular" panose="02000503060000020004" pitchFamily="2" charset="0"/>
              </a:rPr>
              <a:t>。</a:t>
            </a:r>
          </a:p>
          <a:p>
            <a:pPr algn="l"/>
            <a:r>
              <a:rPr lang="zh-CN" altLang="en-US" b="0" i="0" dirty="0">
                <a:solidFill>
                  <a:srgbClr val="000000"/>
                </a:solidFill>
                <a:effectLst/>
                <a:latin typeface="Optima-Regular" panose="02000503060000020004" pitchFamily="2" charset="0"/>
              </a:rPr>
              <a:t>例如，在语义搜索中，我们索引一个文档语料库，每个文档包含一个特定主题的有价值的信息。通过使用有效的分块策略，我们可以确保搜索结果准确地捕获用户查询的需求本质。如果我们的块太小或太大，可能会导致不精确的搜索结果或错过展示相关内容的机会。根据经验，如果文本块尽量是语义独立的，也就是没有对上下文很强的依赖，这样子对语言模型来说是最易于理解的。因此，为语料库中的文档</a:t>
            </a:r>
            <a:r>
              <a:rPr lang="zh-CN" altLang="en-US" b="1" i="0" dirty="0">
                <a:solidFill>
                  <a:srgbClr val="000000"/>
                </a:solidFill>
                <a:effectLst/>
                <a:latin typeface="Optima-Regular" panose="02000503060000020004" pitchFamily="2" charset="0"/>
              </a:rPr>
              <a:t>找到最佳块大小对于确保搜索结果的准确性和相关性至关重要</a:t>
            </a:r>
            <a:r>
              <a:rPr lang="zh-CN" altLang="en-US" b="0" i="0" dirty="0">
                <a:solidFill>
                  <a:srgbClr val="000000"/>
                </a:solidFill>
                <a:effectLst/>
                <a:latin typeface="Optima-Regular" panose="02000503060000020004" pitchFamily="2" charset="0"/>
              </a:rPr>
              <a:t>。</a:t>
            </a:r>
            <a:endParaRPr lang="en-US" altLang="zh-CN" b="0" i="0" dirty="0">
              <a:solidFill>
                <a:srgbClr val="000000"/>
              </a:solidFill>
              <a:effectLst/>
              <a:latin typeface="Optima-Regular" panose="02000503060000020004" pitchFamily="2" charset="0"/>
            </a:endParaRPr>
          </a:p>
          <a:p>
            <a:pPr algn="l"/>
            <a:endParaRPr lang="en-US" altLang="zh-CN" b="0" i="0" dirty="0">
              <a:solidFill>
                <a:srgbClr val="000000"/>
              </a:solidFill>
              <a:effectLst/>
              <a:latin typeface="Optima-Regular" panose="02000503060000020004" pitchFamily="2" charset="0"/>
            </a:endParaRPr>
          </a:p>
          <a:p>
            <a:pPr algn="l"/>
            <a:r>
              <a:rPr lang="zh-CN" altLang="en-US" b="0" i="0" dirty="0">
                <a:solidFill>
                  <a:srgbClr val="000000"/>
                </a:solidFill>
                <a:effectLst/>
                <a:latin typeface="Optima-Regular" panose="02000503060000020004" pitchFamily="2" charset="0"/>
              </a:rPr>
              <a:t>在确定最佳分块策略时，有几个因素会对我们的选择起到至关重要的影响。以下是一些事实我们需要首先记在心里：</a:t>
            </a:r>
          </a:p>
          <a:p>
            <a:pPr algn="l">
              <a:buFont typeface="+mj-lt"/>
              <a:buAutoNum type="arabicPeriod"/>
            </a:pPr>
            <a:r>
              <a:rPr lang="zh-CN" altLang="en-US" b="1" i="0" dirty="0">
                <a:solidFill>
                  <a:srgbClr val="000000"/>
                </a:solidFill>
                <a:effectLst/>
                <a:latin typeface="Optima-Regular" panose="02000503060000020004" pitchFamily="2" charset="0"/>
              </a:rPr>
              <a:t>被索引内容的性质是什么</a:t>
            </a:r>
            <a:r>
              <a:rPr lang="en-US" altLang="zh-CN" b="1" i="0" dirty="0">
                <a:solidFill>
                  <a:srgbClr val="000000"/>
                </a:solidFill>
                <a:effectLst/>
                <a:latin typeface="Optima-Regular" panose="02000503060000020004" pitchFamily="2" charset="0"/>
              </a:rPr>
              <a:t>?</a:t>
            </a:r>
            <a:r>
              <a:rPr lang="zh-CN" altLang="en-US" b="0" i="0" dirty="0">
                <a:solidFill>
                  <a:srgbClr val="000000"/>
                </a:solidFill>
                <a:effectLst/>
                <a:latin typeface="Optima-Regular" panose="02000503060000020004" pitchFamily="2" charset="0"/>
              </a:rPr>
              <a:t> 这可能差别会很大，是处理较长的文档</a:t>
            </a:r>
            <a:r>
              <a:rPr lang="en-US" altLang="zh-CN" b="0" i="0" dirty="0">
                <a:solidFill>
                  <a:srgbClr val="000000"/>
                </a:solidFill>
                <a:effectLst/>
                <a:latin typeface="Optima-Regular" panose="02000503060000020004" pitchFamily="2" charset="0"/>
              </a:rPr>
              <a:t>(</a:t>
            </a:r>
            <a:r>
              <a:rPr lang="zh-CN" altLang="en-US" b="0" i="0" dirty="0">
                <a:solidFill>
                  <a:srgbClr val="000000"/>
                </a:solidFill>
                <a:effectLst/>
                <a:latin typeface="Optima-Regular" panose="02000503060000020004" pitchFamily="2" charset="0"/>
              </a:rPr>
              <a:t>如文章或书籍</a:t>
            </a:r>
            <a:r>
              <a:rPr lang="en-US" altLang="zh-CN" b="0" i="0" dirty="0">
                <a:solidFill>
                  <a:srgbClr val="000000"/>
                </a:solidFill>
                <a:effectLst/>
                <a:latin typeface="Optima-Regular" panose="02000503060000020004" pitchFamily="2" charset="0"/>
              </a:rPr>
              <a:t>)</a:t>
            </a:r>
            <a:r>
              <a:rPr lang="zh-CN" altLang="en-US" b="0" i="0" dirty="0">
                <a:solidFill>
                  <a:srgbClr val="000000"/>
                </a:solidFill>
                <a:effectLst/>
                <a:latin typeface="Optima-Regular" panose="02000503060000020004" pitchFamily="2" charset="0"/>
              </a:rPr>
              <a:t>，还是处理较短的内容</a:t>
            </a:r>
            <a:r>
              <a:rPr lang="en-US" altLang="zh-CN" b="0" i="0" dirty="0">
                <a:solidFill>
                  <a:srgbClr val="000000"/>
                </a:solidFill>
                <a:effectLst/>
                <a:latin typeface="Optima-Regular" panose="02000503060000020004" pitchFamily="2" charset="0"/>
              </a:rPr>
              <a:t>(</a:t>
            </a:r>
            <a:r>
              <a:rPr lang="zh-CN" altLang="en-US" b="0" i="0" dirty="0">
                <a:solidFill>
                  <a:srgbClr val="000000"/>
                </a:solidFill>
                <a:effectLst/>
                <a:latin typeface="Optima-Regular" panose="02000503060000020004" pitchFamily="2" charset="0"/>
              </a:rPr>
              <a:t>如微博或即时消息</a:t>
            </a:r>
            <a:r>
              <a:rPr lang="en-US" altLang="zh-CN" b="0" i="0" dirty="0">
                <a:solidFill>
                  <a:srgbClr val="000000"/>
                </a:solidFill>
                <a:effectLst/>
                <a:latin typeface="Optima-Regular" panose="02000503060000020004" pitchFamily="2" charset="0"/>
              </a:rPr>
              <a:t>)</a:t>
            </a:r>
            <a:r>
              <a:rPr lang="zh-CN" altLang="en-US" b="0" i="0" dirty="0">
                <a:solidFill>
                  <a:srgbClr val="000000"/>
                </a:solidFill>
                <a:effectLst/>
                <a:latin typeface="Optima-Regular" panose="02000503060000020004" pitchFamily="2" charset="0"/>
              </a:rPr>
              <a:t>？答案将决定哪种模型更适合您的目标，从而决定应用哪种分块策略。</a:t>
            </a:r>
          </a:p>
          <a:p>
            <a:pPr algn="l">
              <a:buFont typeface="+mj-lt"/>
              <a:buAutoNum type="arabicPeriod"/>
            </a:pPr>
            <a:r>
              <a:rPr lang="zh-CN" altLang="en-US" b="1" i="0" dirty="0">
                <a:solidFill>
                  <a:srgbClr val="000000"/>
                </a:solidFill>
                <a:effectLst/>
                <a:latin typeface="Optima-Regular" panose="02000503060000020004" pitchFamily="2" charset="0"/>
              </a:rPr>
              <a:t>您使用的是哪种</a:t>
            </a:r>
            <a:r>
              <a:rPr lang="en-US" altLang="zh-CN" b="1" i="0" dirty="0">
                <a:solidFill>
                  <a:srgbClr val="000000"/>
                </a:solidFill>
                <a:effectLst/>
                <a:latin typeface="Optima-Regular" panose="02000503060000020004" pitchFamily="2" charset="0"/>
              </a:rPr>
              <a:t>Embedding</a:t>
            </a:r>
            <a:r>
              <a:rPr lang="zh-CN" altLang="en-US" b="1" i="0" dirty="0">
                <a:solidFill>
                  <a:srgbClr val="000000"/>
                </a:solidFill>
                <a:effectLst/>
                <a:latin typeface="Optima-Regular" panose="02000503060000020004" pitchFamily="2" charset="0"/>
              </a:rPr>
              <a:t>模型，它在多大的块大小上表现最佳？</a:t>
            </a:r>
            <a:r>
              <a:rPr lang="zh-CN" altLang="en-US" b="0" i="0" dirty="0">
                <a:solidFill>
                  <a:srgbClr val="000000"/>
                </a:solidFill>
                <a:effectLst/>
                <a:latin typeface="Optima-Regular" panose="02000503060000020004" pitchFamily="2" charset="0"/>
              </a:rPr>
              <a:t>例如，</a:t>
            </a:r>
            <a:r>
              <a:rPr lang="en-US" altLang="zh-CN" b="0" i="0" dirty="0">
                <a:solidFill>
                  <a:srgbClr val="000000"/>
                </a:solidFill>
                <a:effectLst/>
                <a:latin typeface="Optima-Regular" panose="02000503060000020004" pitchFamily="2" charset="0"/>
              </a:rPr>
              <a:t>sentence-transformer~[1]~</a:t>
            </a:r>
            <a:r>
              <a:rPr lang="zh-CN" altLang="en-US" b="0" i="0" dirty="0">
                <a:solidFill>
                  <a:srgbClr val="000000"/>
                </a:solidFill>
                <a:effectLst/>
                <a:latin typeface="Optima-Regular" panose="02000503060000020004" pitchFamily="2" charset="0"/>
              </a:rPr>
              <a:t>模型在单个句子上工作得很好，但像</a:t>
            </a:r>
            <a:r>
              <a:rPr lang="en-US" altLang="zh-CN" b="1" i="0" dirty="0">
                <a:solidFill>
                  <a:srgbClr val="000000"/>
                </a:solidFill>
                <a:effectLst/>
                <a:latin typeface="Optima-Regular" panose="02000503060000020004" pitchFamily="2" charset="0"/>
              </a:rPr>
              <a:t>text- </a:t>
            </a:r>
            <a:r>
              <a:rPr lang="en-US" altLang="zh-CN" b="1" i="0" dirty="0" err="1">
                <a:solidFill>
                  <a:srgbClr val="000000"/>
                </a:solidFill>
                <a:effectLst/>
                <a:latin typeface="Optima-Regular" panose="02000503060000020004" pitchFamily="2" charset="0"/>
              </a:rPr>
              <a:t>embedt-ada</a:t>
            </a:r>
            <a:r>
              <a:rPr lang="en-US" altLang="zh-CN" b="1" i="0" dirty="0">
                <a:solidFill>
                  <a:srgbClr val="000000"/>
                </a:solidFill>
                <a:effectLst/>
                <a:latin typeface="Optima-Regular" panose="02000503060000020004" pitchFamily="2" charset="0"/>
              </a:rPr>
              <a:t> -002</a:t>
            </a:r>
            <a:r>
              <a:rPr lang="en-US" altLang="zh-CN" b="0" i="0" dirty="0">
                <a:solidFill>
                  <a:srgbClr val="000000"/>
                </a:solidFill>
                <a:effectLst/>
                <a:latin typeface="Optima-Regular" panose="02000503060000020004" pitchFamily="2" charset="0"/>
              </a:rPr>
              <a:t>~[2]~</a:t>
            </a:r>
            <a:r>
              <a:rPr lang="zh-CN" altLang="en-US" b="0" i="0" dirty="0">
                <a:solidFill>
                  <a:srgbClr val="000000"/>
                </a:solidFill>
                <a:effectLst/>
                <a:latin typeface="Optima-Regular" panose="02000503060000020004" pitchFamily="2" charset="0"/>
              </a:rPr>
              <a:t>这样的模型在包含</a:t>
            </a:r>
            <a:r>
              <a:rPr lang="en-US" altLang="zh-CN" b="0" i="0" dirty="0">
                <a:solidFill>
                  <a:srgbClr val="000000"/>
                </a:solidFill>
                <a:effectLst/>
                <a:latin typeface="Optima-Regular" panose="02000503060000020004" pitchFamily="2" charset="0"/>
              </a:rPr>
              <a:t>256</a:t>
            </a:r>
            <a:r>
              <a:rPr lang="zh-CN" altLang="en-US" b="0" i="0" dirty="0">
                <a:solidFill>
                  <a:srgbClr val="000000"/>
                </a:solidFill>
                <a:effectLst/>
                <a:latin typeface="Optima-Regular" panose="02000503060000020004" pitchFamily="2" charset="0"/>
              </a:rPr>
              <a:t>或</a:t>
            </a:r>
            <a:r>
              <a:rPr lang="en-US" altLang="zh-CN" b="0" i="0" dirty="0">
                <a:solidFill>
                  <a:srgbClr val="000000"/>
                </a:solidFill>
                <a:effectLst/>
                <a:latin typeface="Optima-Regular" panose="02000503060000020004" pitchFamily="2" charset="0"/>
              </a:rPr>
              <a:t>512</a:t>
            </a:r>
            <a:r>
              <a:rPr lang="zh-CN" altLang="en-US" b="0" i="0" dirty="0">
                <a:solidFill>
                  <a:srgbClr val="000000"/>
                </a:solidFill>
                <a:effectLst/>
                <a:latin typeface="Optima-Regular" panose="02000503060000020004" pitchFamily="2" charset="0"/>
              </a:rPr>
              <a:t>个</a:t>
            </a:r>
            <a:r>
              <a:rPr lang="en-US" altLang="zh-CN" b="0" i="0" dirty="0">
                <a:solidFill>
                  <a:srgbClr val="000000"/>
                </a:solidFill>
                <a:effectLst/>
                <a:latin typeface="Optima-Regular" panose="02000503060000020004" pitchFamily="2" charset="0"/>
              </a:rPr>
              <a:t>tokens</a:t>
            </a:r>
            <a:r>
              <a:rPr lang="zh-CN" altLang="en-US" b="0" i="0" dirty="0">
                <a:solidFill>
                  <a:srgbClr val="000000"/>
                </a:solidFill>
                <a:effectLst/>
                <a:latin typeface="Optima-Regular" panose="02000503060000020004" pitchFamily="2" charset="0"/>
              </a:rPr>
              <a:t>的块上表现得更好。</a:t>
            </a:r>
          </a:p>
          <a:p>
            <a:pPr algn="l">
              <a:buFont typeface="+mj-lt"/>
              <a:buAutoNum type="arabicPeriod"/>
            </a:pPr>
            <a:r>
              <a:rPr lang="zh-CN" altLang="en-US" b="1" i="0" dirty="0">
                <a:solidFill>
                  <a:srgbClr val="000000"/>
                </a:solidFill>
                <a:effectLst/>
                <a:latin typeface="Optima-Regular" panose="02000503060000020004" pitchFamily="2" charset="0"/>
              </a:rPr>
              <a:t>你对用户查询的长度和复杂性有什么期望？</a:t>
            </a:r>
            <a:r>
              <a:rPr lang="zh-CN" altLang="en-US" b="0" i="0" dirty="0">
                <a:solidFill>
                  <a:srgbClr val="000000"/>
                </a:solidFill>
                <a:effectLst/>
                <a:latin typeface="Optima-Regular" panose="02000503060000020004" pitchFamily="2" charset="0"/>
              </a:rPr>
              <a:t>用户输入的问题文本是简短而具体的还是冗长而复杂的？这也直接影响到我们选择分组内容的方式，以便在嵌入查询和嵌入文本块之间有更紧密的相关性。</a:t>
            </a:r>
          </a:p>
          <a:p>
            <a:pPr algn="l">
              <a:buFont typeface="+mj-lt"/>
              <a:buAutoNum type="arabicPeriod"/>
            </a:pPr>
            <a:r>
              <a:rPr lang="zh-CN" altLang="en-US" b="1" i="0" dirty="0">
                <a:solidFill>
                  <a:srgbClr val="000000"/>
                </a:solidFill>
                <a:effectLst/>
                <a:latin typeface="Optima-Regular" panose="02000503060000020004" pitchFamily="2" charset="0"/>
              </a:rPr>
              <a:t>如何在您的特定应用程序中使用检索结果？</a:t>
            </a:r>
            <a:r>
              <a:rPr lang="zh-CN" altLang="en-US" b="0" i="0" dirty="0">
                <a:solidFill>
                  <a:srgbClr val="000000"/>
                </a:solidFill>
                <a:effectLst/>
                <a:latin typeface="Optima-Regular" panose="02000503060000020004" pitchFamily="2" charset="0"/>
              </a:rPr>
              <a:t> 例如，它们是否用于</a:t>
            </a:r>
            <a:r>
              <a:rPr lang="zh-CN" altLang="en-US" b="1" i="0" dirty="0">
                <a:solidFill>
                  <a:srgbClr val="000000"/>
                </a:solidFill>
                <a:effectLst/>
                <a:latin typeface="Optima-Regular" panose="02000503060000020004" pitchFamily="2" charset="0"/>
              </a:rPr>
              <a:t>语义搜索</a:t>
            </a:r>
            <a:r>
              <a:rPr lang="zh-CN" altLang="en-US" b="0" i="0" dirty="0">
                <a:solidFill>
                  <a:srgbClr val="000000"/>
                </a:solidFill>
                <a:effectLst/>
                <a:latin typeface="Optima-Regular" panose="02000503060000020004" pitchFamily="2" charset="0"/>
              </a:rPr>
              <a:t>、</a:t>
            </a:r>
            <a:r>
              <a:rPr lang="zh-CN" altLang="en-US" b="1" i="0" dirty="0">
                <a:solidFill>
                  <a:srgbClr val="000000"/>
                </a:solidFill>
                <a:effectLst/>
                <a:latin typeface="Optima-Regular" panose="02000503060000020004" pitchFamily="2" charset="0"/>
              </a:rPr>
              <a:t>问答</a:t>
            </a:r>
            <a:r>
              <a:rPr lang="zh-CN" altLang="en-US" b="0" i="0" dirty="0">
                <a:solidFill>
                  <a:srgbClr val="000000"/>
                </a:solidFill>
                <a:effectLst/>
                <a:latin typeface="Optima-Regular" panose="02000503060000020004" pitchFamily="2" charset="0"/>
              </a:rPr>
              <a:t>、</a:t>
            </a:r>
            <a:r>
              <a:rPr lang="zh-CN" altLang="en-US" b="1" i="0" dirty="0">
                <a:solidFill>
                  <a:srgbClr val="000000"/>
                </a:solidFill>
                <a:effectLst/>
                <a:latin typeface="Optima-Regular" panose="02000503060000020004" pitchFamily="2" charset="0"/>
              </a:rPr>
              <a:t>摘要</a:t>
            </a:r>
            <a:r>
              <a:rPr lang="zh-CN" altLang="en-US" b="0" i="0" dirty="0">
                <a:solidFill>
                  <a:srgbClr val="000000"/>
                </a:solidFill>
                <a:effectLst/>
                <a:latin typeface="Optima-Regular" panose="02000503060000020004" pitchFamily="2" charset="0"/>
              </a:rPr>
              <a:t>或</a:t>
            </a:r>
            <a:r>
              <a:rPr lang="zh-CN" altLang="en-US" b="1" i="0" dirty="0">
                <a:solidFill>
                  <a:srgbClr val="000000"/>
                </a:solidFill>
                <a:effectLst/>
                <a:latin typeface="Optima-Regular" panose="02000503060000020004" pitchFamily="2" charset="0"/>
              </a:rPr>
              <a:t>其他目的</a:t>
            </a:r>
            <a:r>
              <a:rPr lang="zh-CN" altLang="en-US" b="0" i="0" dirty="0">
                <a:solidFill>
                  <a:srgbClr val="000000"/>
                </a:solidFill>
                <a:effectLst/>
                <a:latin typeface="Optima-Regular" panose="02000503060000020004" pitchFamily="2" charset="0"/>
              </a:rPr>
              <a:t>？例如，和你底层连接的</a:t>
            </a:r>
            <a:r>
              <a:rPr lang="en-US" altLang="zh-CN" b="0" i="0" dirty="0">
                <a:solidFill>
                  <a:srgbClr val="000000"/>
                </a:solidFill>
                <a:effectLst/>
                <a:latin typeface="Optima-Regular" panose="02000503060000020004" pitchFamily="2" charset="0"/>
              </a:rPr>
              <a:t>LLM</a:t>
            </a:r>
            <a:r>
              <a:rPr lang="zh-CN" altLang="en-US" b="0" i="0" dirty="0">
                <a:solidFill>
                  <a:srgbClr val="000000"/>
                </a:solidFill>
                <a:effectLst/>
                <a:latin typeface="Optima-Regular" panose="02000503060000020004" pitchFamily="2" charset="0"/>
              </a:rPr>
              <a:t>是有直接关系的，</a:t>
            </a:r>
            <a:r>
              <a:rPr lang="en-US" altLang="zh-CN" b="0" i="0" dirty="0">
                <a:solidFill>
                  <a:srgbClr val="000000"/>
                </a:solidFill>
                <a:effectLst/>
                <a:latin typeface="Optima-Regular" panose="02000503060000020004" pitchFamily="2" charset="0"/>
              </a:rPr>
              <a:t>LLM</a:t>
            </a:r>
            <a:r>
              <a:rPr lang="zh-CN" altLang="en-US" b="0" i="0" dirty="0">
                <a:solidFill>
                  <a:srgbClr val="000000"/>
                </a:solidFill>
                <a:effectLst/>
                <a:latin typeface="Optima-Regular" panose="02000503060000020004" pitchFamily="2" charset="0"/>
              </a:rPr>
              <a:t>的</a:t>
            </a:r>
            <a:r>
              <a:rPr lang="en-US" altLang="zh-CN" b="0" i="0" dirty="0">
                <a:solidFill>
                  <a:srgbClr val="000000"/>
                </a:solidFill>
                <a:effectLst/>
                <a:latin typeface="Optima-Regular" panose="02000503060000020004" pitchFamily="2" charset="0"/>
              </a:rPr>
              <a:t>tokens</a:t>
            </a:r>
            <a:r>
              <a:rPr lang="zh-CN" altLang="en-US" b="0" i="0" dirty="0">
                <a:solidFill>
                  <a:srgbClr val="000000"/>
                </a:solidFill>
                <a:effectLst/>
                <a:latin typeface="Optima-Regular" panose="02000503060000020004" pitchFamily="2" charset="0"/>
              </a:rPr>
              <a:t>限制会让你不得不考虑分块的大小。</a:t>
            </a:r>
          </a:p>
          <a:p>
            <a:pPr algn="l"/>
            <a:r>
              <a:rPr lang="zh-CN" altLang="en-US" b="0" i="0" dirty="0">
                <a:solidFill>
                  <a:srgbClr val="000000"/>
                </a:solidFill>
                <a:effectLst/>
                <a:latin typeface="Optima-Regular" panose="02000503060000020004" pitchFamily="2" charset="0"/>
              </a:rPr>
              <a:t>没有最好的分块策略，只有适合的分块策略，为了确保查询结果更加准确，有时候我们甚至需要选择性地使用几种不同的策略。</a:t>
            </a:r>
          </a:p>
          <a:p>
            <a:pPr algn="l"/>
            <a:endParaRPr lang="zh-CN" altLang="en-US" b="0" i="0" dirty="0">
              <a:solidFill>
                <a:srgbClr val="000000"/>
              </a:solidFill>
              <a:effectLst/>
              <a:latin typeface="Optima-Regular" panose="02000503060000020004" pitchFamily="2" charset="0"/>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导览页+水印">
    <p:spTree>
      <p:nvGrpSpPr>
        <p:cNvPr id="1" name=""/>
        <p:cNvGrpSpPr/>
        <p:nvPr/>
      </p:nvGrpSpPr>
      <p:grpSpPr>
        <a:xfrm>
          <a:off x="0" y="0"/>
          <a:ext cx="0" cy="0"/>
          <a:chOff x="0" y="0"/>
          <a:chExt cx="0" cy="0"/>
        </a:xfrm>
      </p:grpSpPr>
      <p:pic>
        <p:nvPicPr>
          <p:cNvPr id="13" name="X">
            <a:extLst>
              <a:ext uri="{FF2B5EF4-FFF2-40B4-BE49-F238E27FC236}">
                <a16:creationId xmlns:a16="http://schemas.microsoft.com/office/drawing/2014/main" id="{57030A48-EE48-458B-BD7C-C0D12C05A5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5" name="Line">
            <a:extLst>
              <a:ext uri="{FF2B5EF4-FFF2-40B4-BE49-F238E27FC236}">
                <a16:creationId xmlns:a16="http://schemas.microsoft.com/office/drawing/2014/main" id="{19F063AE-7538-460D-927F-74762F7A0962}"/>
              </a:ext>
            </a:extLst>
          </p:cNvPr>
          <p:cNvSpPr/>
          <p:nvPr userDrawn="1"/>
        </p:nvSpPr>
        <p:spPr>
          <a:xfrm>
            <a:off x="1523516" y="2137353"/>
            <a:ext cx="1008000" cy="3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a:solidFill>
                <a:schemeClr val="bg1"/>
              </a:solidFill>
              <a:latin typeface="Microsoft YaHei" panose="020B0503020204020204" pitchFamily="34" charset="-122"/>
              <a:ea typeface="Microsoft YaHei" panose="020B0503020204020204" pitchFamily="34" charset="-122"/>
            </a:endParaRPr>
          </a:p>
        </p:txBody>
      </p:sp>
      <p:pic>
        <p:nvPicPr>
          <p:cNvPr id="12" name="Powered By DaoCloud">
            <a:extLst>
              <a:ext uri="{FF2B5EF4-FFF2-40B4-BE49-F238E27FC236}">
                <a16:creationId xmlns:a16="http://schemas.microsoft.com/office/drawing/2014/main" id="{E391AA30-9395-41A5-9AB6-9C2746CD7A1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664825" y="6383566"/>
            <a:ext cx="1273935" cy="154417"/>
          </a:xfrm>
          <a:prstGeom prst="rect">
            <a:avLst/>
          </a:prstGeom>
        </p:spPr>
      </p:pic>
      <p:pic>
        <p:nvPicPr>
          <p:cNvPr id="10" name="Digital X Logo">
            <a:extLst>
              <a:ext uri="{FF2B5EF4-FFF2-40B4-BE49-F238E27FC236}">
                <a16:creationId xmlns:a16="http://schemas.microsoft.com/office/drawing/2014/main" id="{9D0ACA63-0FF1-497D-99BE-D61B04E12C4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9295" y="6345786"/>
            <a:ext cx="786200" cy="255972"/>
          </a:xfrm>
          <a:prstGeom prst="rect">
            <a:avLst/>
          </a:prstGeom>
        </p:spPr>
      </p:pic>
      <p:pic>
        <p:nvPicPr>
          <p:cNvPr id="8" name="Watermark" descr="手机屏幕的截图&#10;&#10;描述已自动生成">
            <a:extLst>
              <a:ext uri="{FF2B5EF4-FFF2-40B4-BE49-F238E27FC236}">
                <a16:creationId xmlns:a16="http://schemas.microsoft.com/office/drawing/2014/main" id="{2B426440-AD8C-4D10-969A-8C8E8817C56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Title">
            <a:extLst>
              <a:ext uri="{FF2B5EF4-FFF2-40B4-BE49-F238E27FC236}">
                <a16:creationId xmlns:a16="http://schemas.microsoft.com/office/drawing/2014/main" id="{9800E543-57BA-4050-9DBE-09B90DD60AE9}"/>
              </a:ext>
            </a:extLst>
          </p:cNvPr>
          <p:cNvSpPr txBox="1"/>
          <p:nvPr userDrawn="1"/>
        </p:nvSpPr>
        <p:spPr>
          <a:xfrm>
            <a:off x="746979" y="1348485"/>
            <a:ext cx="1877437" cy="600164"/>
          </a:xfrm>
          <a:prstGeom prst="rect">
            <a:avLst/>
          </a:prstGeom>
          <a:noFill/>
        </p:spPr>
        <p:txBody>
          <a:bodyPr wrap="none" rtlCol="0">
            <a:spAutoFit/>
          </a:bodyPr>
          <a:lstStyle>
            <a:defPPr>
              <a:defRPr lang="en-US"/>
            </a:defPPr>
            <a:lvl1pPr>
              <a:defRPr kumimoji="1" sz="2200" b="1">
                <a:solidFill>
                  <a:srgbClr val="1B1C1D"/>
                </a:solidFill>
                <a:latin typeface="Arial" panose="020B0604020202020204" pitchFamily="34" charset="0"/>
                <a:ea typeface="Microsoft YaHei" panose="020B0503020204020204" pitchFamily="34" charset="-122"/>
              </a:defRPr>
            </a:lvl1pPr>
          </a:lstStyle>
          <a:p>
            <a:pPr algn="r"/>
            <a:r>
              <a:rPr lang="zh-CN" altLang="en-US" sz="3300"/>
              <a:t>内容大纲</a:t>
            </a:r>
          </a:p>
        </p:txBody>
      </p:sp>
    </p:spTree>
    <p:extLst>
      <p:ext uri="{BB962C8B-B14F-4D97-AF65-F5344CB8AC3E}">
        <p14:creationId xmlns:p14="http://schemas.microsoft.com/office/powerpoint/2010/main" val="3648856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转场页+水印">
    <p:spTree>
      <p:nvGrpSpPr>
        <p:cNvPr id="1" name=""/>
        <p:cNvGrpSpPr/>
        <p:nvPr/>
      </p:nvGrpSpPr>
      <p:grpSpPr>
        <a:xfrm>
          <a:off x="0" y="0"/>
          <a:ext cx="0" cy="0"/>
          <a:chOff x="0" y="0"/>
          <a:chExt cx="0" cy="0"/>
        </a:xfrm>
      </p:grpSpPr>
      <p:pic>
        <p:nvPicPr>
          <p:cNvPr id="11" name="Arrow">
            <a:extLst>
              <a:ext uri="{FF2B5EF4-FFF2-40B4-BE49-F238E27FC236}">
                <a16:creationId xmlns:a16="http://schemas.microsoft.com/office/drawing/2014/main" id="{F3AE3F85-6AFC-4CDB-860A-ECE24EA6D2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Triangle">
            <a:extLst>
              <a:ext uri="{FF2B5EF4-FFF2-40B4-BE49-F238E27FC236}">
                <a16:creationId xmlns:a16="http://schemas.microsoft.com/office/drawing/2014/main" id="{69A508D1-19AC-4910-95F8-5B34A0A76597}"/>
              </a:ext>
            </a:extLst>
          </p:cNvPr>
          <p:cNvSpPr/>
          <p:nvPr userDrawn="1"/>
        </p:nvSpPr>
        <p:spPr>
          <a:xfrm flipH="1">
            <a:off x="511628" y="1382486"/>
            <a:ext cx="533400" cy="533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a:solidFill>
                <a:schemeClr val="bg1"/>
              </a:solidFill>
              <a:latin typeface="Microsoft YaHei" panose="020B0503020204020204" pitchFamily="34" charset="-122"/>
              <a:ea typeface="Microsoft YaHei" panose="020B0503020204020204" pitchFamily="34" charset="-122"/>
            </a:endParaRPr>
          </a:p>
        </p:txBody>
      </p:sp>
      <p:pic>
        <p:nvPicPr>
          <p:cNvPr id="9" name="Powered By DaoCloud">
            <a:extLst>
              <a:ext uri="{FF2B5EF4-FFF2-40B4-BE49-F238E27FC236}">
                <a16:creationId xmlns:a16="http://schemas.microsoft.com/office/drawing/2014/main" id="{8E8B8C5E-864E-4587-877D-3C33ADB019D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664825" y="6383566"/>
            <a:ext cx="1273935" cy="154417"/>
          </a:xfrm>
          <a:prstGeom prst="rect">
            <a:avLst/>
          </a:prstGeom>
        </p:spPr>
      </p:pic>
      <p:pic>
        <p:nvPicPr>
          <p:cNvPr id="10" name="Digital X Logo">
            <a:extLst>
              <a:ext uri="{FF2B5EF4-FFF2-40B4-BE49-F238E27FC236}">
                <a16:creationId xmlns:a16="http://schemas.microsoft.com/office/drawing/2014/main" id="{1DB9B5FA-8F8A-4649-B15A-9EC7B35C975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9295" y="6345786"/>
            <a:ext cx="786200" cy="255972"/>
          </a:xfrm>
          <a:prstGeom prst="rect">
            <a:avLst/>
          </a:prstGeom>
        </p:spPr>
      </p:pic>
      <p:pic>
        <p:nvPicPr>
          <p:cNvPr id="8" name="Watermark" descr="手机屏幕的截图&#10;&#10;描述已自动生成">
            <a:extLst>
              <a:ext uri="{FF2B5EF4-FFF2-40B4-BE49-F238E27FC236}">
                <a16:creationId xmlns:a16="http://schemas.microsoft.com/office/drawing/2014/main" id="{33EEA5D2-1E9A-4D29-81DD-AD519C2290A1}"/>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82910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页+水印">
    <p:spTree>
      <p:nvGrpSpPr>
        <p:cNvPr id="1" name=""/>
        <p:cNvGrpSpPr/>
        <p:nvPr/>
      </p:nvGrpSpPr>
      <p:grpSpPr>
        <a:xfrm>
          <a:off x="0" y="0"/>
          <a:ext cx="0" cy="0"/>
          <a:chOff x="0" y="0"/>
          <a:chExt cx="0" cy="0"/>
        </a:xfrm>
      </p:grpSpPr>
      <p:pic>
        <p:nvPicPr>
          <p:cNvPr id="5" name="Powered By DaoCloud">
            <a:extLst>
              <a:ext uri="{FF2B5EF4-FFF2-40B4-BE49-F238E27FC236}">
                <a16:creationId xmlns:a16="http://schemas.microsoft.com/office/drawing/2014/main" id="{6438DDB1-B47E-4F37-8D3B-E34421EC1F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64825" y="6383566"/>
            <a:ext cx="1273935" cy="154417"/>
          </a:xfrm>
          <a:prstGeom prst="rect">
            <a:avLst/>
          </a:prstGeom>
        </p:spPr>
      </p:pic>
      <p:pic>
        <p:nvPicPr>
          <p:cNvPr id="6" name="Watermark" descr="手机屏幕的截图&#10;&#10;描述已自动生成">
            <a:extLst>
              <a:ext uri="{FF2B5EF4-FFF2-40B4-BE49-F238E27FC236}">
                <a16:creationId xmlns:a16="http://schemas.microsoft.com/office/drawing/2014/main" id="{787F4679-D411-48BB-9DF4-C6E9FC8380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Digital X Logo">
            <a:extLst>
              <a:ext uri="{FF2B5EF4-FFF2-40B4-BE49-F238E27FC236}">
                <a16:creationId xmlns:a16="http://schemas.microsoft.com/office/drawing/2014/main" id="{69777C1E-12B0-4BAA-B0DC-ED0072F73E6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49295" y="6345786"/>
            <a:ext cx="786200" cy="255972"/>
          </a:xfrm>
          <a:prstGeom prst="rect">
            <a:avLst/>
          </a:prstGeom>
        </p:spPr>
      </p:pic>
    </p:spTree>
    <p:extLst>
      <p:ext uri="{BB962C8B-B14F-4D97-AF65-F5344CB8AC3E}">
        <p14:creationId xmlns:p14="http://schemas.microsoft.com/office/powerpoint/2010/main" val="2058463669"/>
      </p:ext>
    </p:extLst>
  </p:cSld>
  <p:clrMapOvr>
    <a:masterClrMapping/>
  </p:clrMapOvr>
  <p:extLst>
    <p:ext uri="{DCECCB84-F9BA-43D5-87BE-67443E8EF086}">
      <p15:sldGuideLst xmlns:p15="http://schemas.microsoft.com/office/powerpoint/2012/main">
        <p15:guide id="1" orient="horz" pos="3759">
          <p15:clr>
            <a:srgbClr val="FBAE40"/>
          </p15:clr>
        </p15:guide>
        <p15:guide id="2" orient="horz" pos="561">
          <p15:clr>
            <a:srgbClr val="FBAE40"/>
          </p15:clr>
        </p15:guide>
        <p15:guide id="3" pos="323">
          <p15:clr>
            <a:srgbClr val="FBAE40"/>
          </p15:clr>
        </p15:guide>
        <p15:guide id="4" pos="7357">
          <p15:clr>
            <a:srgbClr val="FBAE40"/>
          </p15:clr>
        </p15:guide>
        <p15:guide id="5" pos="3840">
          <p15:clr>
            <a:srgbClr val="FBAE40"/>
          </p15:clr>
        </p15:guide>
        <p15:guide id="6" pos="4160">
          <p15:clr>
            <a:srgbClr val="FBAE40"/>
          </p15:clr>
        </p15:guide>
        <p15:guide id="7" pos="4479">
          <p15:clr>
            <a:srgbClr val="FBAE40"/>
          </p15:clr>
        </p15:guide>
        <p15:guide id="8" pos="4799">
          <p15:clr>
            <a:srgbClr val="FBAE40"/>
          </p15:clr>
        </p15:guide>
        <p15:guide id="9" pos="5119">
          <p15:clr>
            <a:srgbClr val="FBAE40"/>
          </p15:clr>
        </p15:guide>
        <p15:guide id="10" pos="5439">
          <p15:clr>
            <a:srgbClr val="FBAE40"/>
          </p15:clr>
        </p15:guide>
        <p15:guide id="11" pos="5758">
          <p15:clr>
            <a:srgbClr val="FBAE40"/>
          </p15:clr>
        </p15:guide>
        <p15:guide id="12" pos="6078">
          <p15:clr>
            <a:srgbClr val="FBAE40"/>
          </p15:clr>
        </p15:guide>
        <p15:guide id="13" pos="6398">
          <p15:clr>
            <a:srgbClr val="FBAE40"/>
          </p15:clr>
        </p15:guide>
        <p15:guide id="14" pos="7037">
          <p15:clr>
            <a:srgbClr val="FBAE40"/>
          </p15:clr>
        </p15:guide>
        <p15:guide id="15" pos="6718">
          <p15:clr>
            <a:srgbClr val="FBAE40"/>
          </p15:clr>
        </p15:guide>
        <p15:guide id="16" pos="3520">
          <p15:clr>
            <a:srgbClr val="FBAE40"/>
          </p15:clr>
        </p15:guide>
        <p15:guide id="17" pos="3201">
          <p15:clr>
            <a:srgbClr val="FBAE40"/>
          </p15:clr>
        </p15:guide>
        <p15:guide id="18" pos="2881">
          <p15:clr>
            <a:srgbClr val="FBAE40"/>
          </p15:clr>
        </p15:guide>
        <p15:guide id="19" pos="2561">
          <p15:clr>
            <a:srgbClr val="FBAE40"/>
          </p15:clr>
        </p15:guide>
        <p15:guide id="20" pos="2241">
          <p15:clr>
            <a:srgbClr val="FBAE40"/>
          </p15:clr>
        </p15:guide>
        <p15:guide id="21" pos="1922">
          <p15:clr>
            <a:srgbClr val="FBAE40"/>
          </p15:clr>
        </p15:guide>
        <p15:guide id="22" pos="1602">
          <p15:clr>
            <a:srgbClr val="FBAE40"/>
          </p15:clr>
        </p15:guide>
        <p15:guide id="23" pos="1282">
          <p15:clr>
            <a:srgbClr val="FBAE40"/>
          </p15:clr>
        </p15:guide>
        <p15:guide id="24" pos="643">
          <p15:clr>
            <a:srgbClr val="FBAE40"/>
          </p15:clr>
        </p15:guide>
        <p15:guide id="25" pos="962">
          <p15:clr>
            <a:srgbClr val="FBAE40"/>
          </p15:clr>
        </p15:guide>
        <p15:guide id="26" orient="horz" pos="2160">
          <p15:clr>
            <a:srgbClr val="FBAE40"/>
          </p15:clr>
        </p15:guide>
        <p15:guide id="27" orient="horz" pos="2480">
          <p15:clr>
            <a:srgbClr val="FBAE40"/>
          </p15:clr>
        </p15:guide>
        <p15:guide id="28" orient="horz" pos="3119">
          <p15:clr>
            <a:srgbClr val="FBAE40"/>
          </p15:clr>
        </p15:guide>
        <p15:guide id="29" orient="horz" pos="2799">
          <p15:clr>
            <a:srgbClr val="FBAE40"/>
          </p15:clr>
        </p15:guide>
        <p15:guide id="30" orient="horz" pos="3439">
          <p15:clr>
            <a:srgbClr val="FBAE40"/>
          </p15:clr>
        </p15:guide>
        <p15:guide id="31" orient="horz" pos="1840">
          <p15:clr>
            <a:srgbClr val="FBAE40"/>
          </p15:clr>
        </p15:guide>
        <p15:guide id="32" orient="horz" pos="1521">
          <p15:clr>
            <a:srgbClr val="FBAE40"/>
          </p15:clr>
        </p15:guide>
        <p15:guide id="33" orient="horz" pos="1200">
          <p15:clr>
            <a:srgbClr val="FBAE40"/>
          </p15:clr>
        </p15:guide>
        <p15:guide id="34" orient="horz" pos="89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水印">
    <p:spTree>
      <p:nvGrpSpPr>
        <p:cNvPr id="1" name=""/>
        <p:cNvGrpSpPr/>
        <p:nvPr/>
      </p:nvGrpSpPr>
      <p:grpSpPr>
        <a:xfrm>
          <a:off x="0" y="0"/>
          <a:ext cx="0" cy="0"/>
          <a:chOff x="0" y="0"/>
          <a:chExt cx="0" cy="0"/>
        </a:xfrm>
      </p:grpSpPr>
      <p:pic>
        <p:nvPicPr>
          <p:cNvPr id="2" name="Watermark" descr="手机屏幕的截图&#10;&#10;描述已自动生成">
            <a:extLst>
              <a:ext uri="{FF2B5EF4-FFF2-40B4-BE49-F238E27FC236}">
                <a16:creationId xmlns:a16="http://schemas.microsoft.com/office/drawing/2014/main" id="{B66F6F12-998E-4373-83D8-47B05E15EFD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113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导览页+水印">
    <p:spTree>
      <p:nvGrpSpPr>
        <p:cNvPr id="1" name=""/>
        <p:cNvGrpSpPr/>
        <p:nvPr/>
      </p:nvGrpSpPr>
      <p:grpSpPr>
        <a:xfrm>
          <a:off x="0" y="0"/>
          <a:ext cx="0" cy="0"/>
          <a:chOff x="0" y="0"/>
          <a:chExt cx="0" cy="0"/>
        </a:xfrm>
      </p:grpSpPr>
      <p:pic>
        <p:nvPicPr>
          <p:cNvPr id="13" name="X"/>
          <p:cNvPicPr>
            <a:picLocks noChangeAspect="1"/>
          </p:cNvPicPr>
          <p:nvPr userDrawn="1"/>
        </p:nvPicPr>
        <p:blipFill>
          <a:blip r:embed="rId2" cstate="screen">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5" name="Line"/>
          <p:cNvSpPr/>
          <p:nvPr userDrawn="1"/>
        </p:nvSpPr>
        <p:spPr>
          <a:xfrm>
            <a:off x="1523516" y="2137353"/>
            <a:ext cx="1008000" cy="36000"/>
          </a:xfrm>
          <a:prstGeom prst="rect">
            <a:avLst/>
          </a:prstGeom>
          <a:solidFill>
            <a:schemeClr val="accent2"/>
          </a:solidFill>
          <a:ln>
            <a:noFill/>
          </a:ln>
        </p:spPr>
        <p:txBody>
          <a:bodyPr anchor="ctr"/>
          <a:lstStyle/>
          <a:p>
            <a:pPr algn="ctr"/>
            <a:endParaRPr lang="zh-CN" altLang="en-US" sz="1100">
              <a:solidFill>
                <a:schemeClr val="bg1"/>
              </a:solidFill>
              <a:latin typeface="微软雅黑"/>
              <a:ea typeface="微软雅黑"/>
            </a:endParaRPr>
          </a:p>
        </p:txBody>
      </p:sp>
      <p:pic>
        <p:nvPicPr>
          <p:cNvPr id="12" name="Powered By DaoCloud"/>
          <p:cNvPicPr>
            <a:picLocks noChangeAspect="1"/>
          </p:cNvPicPr>
          <p:nvPr userDrawn="1"/>
        </p:nvPicPr>
        <p:blipFill>
          <a:blip r:embed="rId4" cstate="screen"/>
          <a:stretch>
            <a:fillRect/>
          </a:stretch>
        </p:blipFill>
        <p:spPr>
          <a:xfrm>
            <a:off x="10664825" y="6383566"/>
            <a:ext cx="1273935" cy="154417"/>
          </a:xfrm>
          <a:prstGeom prst="rect">
            <a:avLst/>
          </a:prstGeom>
        </p:spPr>
      </p:pic>
      <p:pic>
        <p:nvPicPr>
          <p:cNvPr id="10" name="Digital X Logo"/>
          <p:cNvPicPr>
            <a:picLocks noChangeAspect="1"/>
          </p:cNvPicPr>
          <p:nvPr userDrawn="1"/>
        </p:nvPicPr>
        <p:blipFill>
          <a:blip r:embed="rId5" cstate="screen"/>
          <a:stretch>
            <a:fillRect/>
          </a:stretch>
        </p:blipFill>
        <p:spPr>
          <a:xfrm>
            <a:off x="149295" y="6345786"/>
            <a:ext cx="786200" cy="255972"/>
          </a:xfrm>
          <a:prstGeom prst="rect">
            <a:avLst/>
          </a:prstGeom>
        </p:spPr>
      </p:pic>
      <p:sp>
        <p:nvSpPr>
          <p:cNvPr id="9" name="Title"/>
          <p:cNvSpPr txBox="1"/>
          <p:nvPr userDrawn="1"/>
        </p:nvSpPr>
        <p:spPr>
          <a:xfrm>
            <a:off x="746979" y="1348485"/>
            <a:ext cx="1877437" cy="600164"/>
          </a:xfrm>
          <a:prstGeom prst="rect">
            <a:avLst/>
          </a:prstGeom>
          <a:noFill/>
        </p:spPr>
        <p:txBody>
          <a:bodyPr wrap="none">
            <a:spAutoFit/>
          </a:bodyPr>
          <a:lstStyle>
            <a:lvl1pPr lvl="0">
              <a:defRPr sz="2200" b="1">
                <a:solidFill>
                  <a:srgbClr val="1B1C1D"/>
                </a:solidFill>
                <a:latin typeface="Arial"/>
                <a:ea typeface="微软雅黑"/>
              </a:defRPr>
            </a:lvl1pPr>
          </a:lstStyle>
          <a:p>
            <a:pPr algn="r"/>
            <a:r>
              <a:rPr lang="zh-CN" altLang="en-US" sz="3300"/>
              <a:t>内容大纲</a:t>
            </a:r>
          </a:p>
        </p:txBody>
      </p:sp>
      <p:pic>
        <p:nvPicPr>
          <p:cNvPr id="6" name="图片 5"/>
          <p:cNvPicPr>
            <a:picLocks noChangeAspect="1"/>
          </p:cNvPicPr>
          <p:nvPr userDrawn="1"/>
        </p:nvPicPr>
        <p:blipFill>
          <a:blip r:embed="rId6" cstate="screen"/>
          <a:srcRect/>
          <a:stretch>
            <a:fillRect/>
          </a:stretch>
        </p:blipFill>
        <p:spPr>
          <a:xfrm>
            <a:off x="127000" y="127000"/>
            <a:ext cx="12192000" cy="6858000"/>
          </a:xfrm>
          <a:prstGeom prst="rect">
            <a:avLst/>
          </a:prstGeom>
        </p:spPr>
      </p:pic>
      <p:pic>
        <p:nvPicPr>
          <p:cNvPr id="7" name="图片 6"/>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10482814" y="6388340"/>
            <a:ext cx="1439813" cy="223971"/>
          </a:xfrm>
          <a:prstGeom prst="rect">
            <a:avLst/>
          </a:prstGeom>
        </p:spPr>
      </p:pic>
    </p:spTree>
    <p:extLst>
      <p:ext uri="{BB962C8B-B14F-4D97-AF65-F5344CB8AC3E}">
        <p14:creationId xmlns:p14="http://schemas.microsoft.com/office/powerpoint/2010/main" val="4071748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转场页+水印">
    <p:spTree>
      <p:nvGrpSpPr>
        <p:cNvPr id="1" name=""/>
        <p:cNvGrpSpPr/>
        <p:nvPr/>
      </p:nvGrpSpPr>
      <p:grpSpPr>
        <a:xfrm>
          <a:off x="0" y="0"/>
          <a:ext cx="0" cy="0"/>
          <a:chOff x="0" y="0"/>
          <a:chExt cx="0" cy="0"/>
        </a:xfrm>
      </p:grpSpPr>
      <p:pic>
        <p:nvPicPr>
          <p:cNvPr id="11" name="Arrow"/>
          <p:cNvPicPr>
            <a:picLocks noChangeAspect="1"/>
          </p:cNvPicPr>
          <p:nvPr userDrawn="1"/>
        </p:nvPicPr>
        <p:blipFill>
          <a:blip r:embed="rId2" cstate="screen">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Triangle"/>
          <p:cNvSpPr/>
          <p:nvPr userDrawn="1"/>
        </p:nvSpPr>
        <p:spPr>
          <a:xfrm flipH="1">
            <a:off x="511628" y="1382486"/>
            <a:ext cx="533400" cy="533400"/>
          </a:xfrm>
          <a:prstGeom prst="rtTriangle">
            <a:avLst/>
          </a:prstGeom>
          <a:solidFill>
            <a:schemeClr val="accent2"/>
          </a:solidFill>
          <a:ln>
            <a:noFill/>
          </a:ln>
        </p:spPr>
        <p:txBody>
          <a:bodyPr anchor="ctr"/>
          <a:lstStyle/>
          <a:p>
            <a:pPr algn="ctr"/>
            <a:endParaRPr lang="zh-CN" altLang="en-US" sz="1100">
              <a:solidFill>
                <a:schemeClr val="bg1"/>
              </a:solidFill>
              <a:latin typeface="微软雅黑"/>
              <a:ea typeface="微软雅黑"/>
            </a:endParaRPr>
          </a:p>
        </p:txBody>
      </p:sp>
      <p:pic>
        <p:nvPicPr>
          <p:cNvPr id="9" name="Powered By DaoCloud"/>
          <p:cNvPicPr>
            <a:picLocks noChangeAspect="1"/>
          </p:cNvPicPr>
          <p:nvPr userDrawn="1"/>
        </p:nvPicPr>
        <p:blipFill>
          <a:blip r:embed="rId4" cstate="screen"/>
          <a:stretch>
            <a:fillRect/>
          </a:stretch>
        </p:blipFill>
        <p:spPr>
          <a:xfrm>
            <a:off x="10664825" y="6383566"/>
            <a:ext cx="1273935" cy="154417"/>
          </a:xfrm>
          <a:prstGeom prst="rect">
            <a:avLst/>
          </a:prstGeom>
        </p:spPr>
      </p:pic>
      <p:pic>
        <p:nvPicPr>
          <p:cNvPr id="10" name="Digital X Logo"/>
          <p:cNvPicPr>
            <a:picLocks noChangeAspect="1"/>
          </p:cNvPicPr>
          <p:nvPr userDrawn="1"/>
        </p:nvPicPr>
        <p:blipFill>
          <a:blip r:embed="rId5" cstate="screen"/>
          <a:stretch>
            <a:fillRect/>
          </a:stretch>
        </p:blipFill>
        <p:spPr>
          <a:xfrm>
            <a:off x="149295" y="6345786"/>
            <a:ext cx="786200" cy="255972"/>
          </a:xfrm>
          <a:prstGeom prst="rect">
            <a:avLst/>
          </a:prstGeom>
        </p:spPr>
      </p:pic>
      <p:pic>
        <p:nvPicPr>
          <p:cNvPr id="6" name="图片 5"/>
          <p:cNvPicPr>
            <a:picLocks noChangeAspect="1"/>
          </p:cNvPicPr>
          <p:nvPr userDrawn="1"/>
        </p:nvPicPr>
        <p:blipFill>
          <a:blip r:embed="rId6" cstate="screen"/>
          <a:srcRect/>
          <a:stretch>
            <a:fillRect/>
          </a:stretch>
        </p:blipFill>
        <p:spPr>
          <a:xfrm>
            <a:off x="127000" y="127000"/>
            <a:ext cx="12192000" cy="6858000"/>
          </a:xfrm>
          <a:prstGeom prst="rect">
            <a:avLst/>
          </a:prstGeom>
        </p:spPr>
      </p:pic>
      <p:pic>
        <p:nvPicPr>
          <p:cNvPr id="2" name="图片 1"/>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10482814" y="6388340"/>
            <a:ext cx="1439813" cy="223971"/>
          </a:xfrm>
          <a:prstGeom prst="rect">
            <a:avLst/>
          </a:prstGeom>
        </p:spPr>
      </p:pic>
    </p:spTree>
    <p:extLst>
      <p:ext uri="{BB962C8B-B14F-4D97-AF65-F5344CB8AC3E}">
        <p14:creationId xmlns:p14="http://schemas.microsoft.com/office/powerpoint/2010/main" val="266403764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页+水印">
    <p:spTree>
      <p:nvGrpSpPr>
        <p:cNvPr id="1" name=""/>
        <p:cNvGrpSpPr/>
        <p:nvPr/>
      </p:nvGrpSpPr>
      <p:grpSpPr>
        <a:xfrm>
          <a:off x="0" y="0"/>
          <a:ext cx="0" cy="0"/>
          <a:chOff x="0" y="0"/>
          <a:chExt cx="0" cy="0"/>
        </a:xfrm>
      </p:grpSpPr>
      <p:sp>
        <p:nvSpPr>
          <p:cNvPr id="8" name="标题占位符 5"/>
          <p:cNvSpPr>
            <a:spLocks noGrp="1"/>
          </p:cNvSpPr>
          <p:nvPr>
            <p:ph type="title"/>
          </p:nvPr>
        </p:nvSpPr>
        <p:spPr>
          <a:xfrm>
            <a:off x="424404" y="197250"/>
            <a:ext cx="10792235" cy="619179"/>
          </a:xfrm>
          <a:prstGeom prst="rect">
            <a:avLst/>
          </a:prstGeom>
        </p:spPr>
        <p:txBody>
          <a:bodyPr vert="horz" lIns="91440" tIns="45720" rIns="91440" bIns="45720" anchor="ctr">
            <a:normAutofit/>
          </a:bodyPr>
          <a:lstStyle>
            <a:lvl1pPr lvl="0">
              <a:defRPr sz="2800" b="1">
                <a:latin typeface="微软雅黑"/>
                <a:ea typeface="微软雅黑"/>
              </a:defRPr>
            </a:lvl1pPr>
          </a:lstStyle>
          <a:p>
            <a:r>
              <a:rPr lang="zh-CN" altLang="en-US"/>
              <a:t>单击此处编辑母版标题样式</a:t>
            </a:r>
          </a:p>
        </p:txBody>
      </p:sp>
    </p:spTree>
    <p:extLst>
      <p:ext uri="{BB962C8B-B14F-4D97-AF65-F5344CB8AC3E}">
        <p14:creationId xmlns:p14="http://schemas.microsoft.com/office/powerpoint/2010/main" val="203285435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空白+水印">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5493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4" name="矩形 3"/>
          <p:cNvSpPr/>
          <p:nvPr userDrawn="1"/>
        </p:nvSpPr>
        <p:spPr>
          <a:xfrm>
            <a:off x="9747849" y="6306665"/>
            <a:ext cx="1783750" cy="5513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 name="图片 9"/>
          <p:cNvPicPr>
            <a:picLocks noChangeAspect="1"/>
          </p:cNvPicPr>
          <p:nvPr userDrawn="1"/>
        </p:nvPicPr>
        <p:blipFill>
          <a:blip r:embed="rId2" cstate="screen"/>
          <a:srcRect/>
          <a:stretch>
            <a:fillRect/>
          </a:stretch>
        </p:blipFill>
        <p:spPr>
          <a:xfrm>
            <a:off x="5861627" y="1443579"/>
            <a:ext cx="6451144" cy="11934179"/>
          </a:xfrm>
          <a:prstGeom prst="rect">
            <a:avLst/>
          </a:prstGeom>
        </p:spPr>
      </p:pic>
      <p:sp>
        <p:nvSpPr>
          <p:cNvPr id="2" name="标题 1"/>
          <p:cNvSpPr>
            <a:spLocks noGrp="1"/>
          </p:cNvSpPr>
          <p:nvPr>
            <p:ph type="ctrTitle" hasCustomPrompt="1"/>
          </p:nvPr>
        </p:nvSpPr>
        <p:spPr>
          <a:xfrm>
            <a:off x="660399" y="1532165"/>
            <a:ext cx="7882709" cy="2195189"/>
          </a:xfrm>
        </p:spPr>
        <p:txBody>
          <a:bodyPr vert="horz" lIns="91440" tIns="45720" rIns="91440" bIns="45720" rtlCol="0" anchor="b">
            <a:noAutofit/>
          </a:bodyPr>
          <a:lstStyle>
            <a:lvl1pPr>
              <a:lnSpc>
                <a:spcPct val="100000"/>
              </a:lnSpc>
              <a:defRPr lang="zh-CN" altLang="en-US" sz="5400" b="1" dirty="0">
                <a:solidFill>
                  <a:schemeClr val="tx1"/>
                </a:solidFill>
              </a:defRPr>
            </a:lvl1pPr>
          </a:lstStyle>
          <a:p>
            <a:pPr lvl="0" defTabSz="914400"/>
            <a:r>
              <a:rPr lang="zh-CN" altLang="en-US"/>
              <a:t>主标题 </a:t>
            </a:r>
            <a:r>
              <a:rPr lang="en-US" altLang="zh-CN"/>
              <a:t>Click to edit </a:t>
            </a:r>
            <a:br>
              <a:rPr lang="en-US" altLang="zh-CN"/>
            </a:br>
            <a:r>
              <a:rPr lang="en-US" altLang="zh-CN"/>
              <a:t>Master title style</a:t>
            </a:r>
            <a:endParaRPr lang="zh-CN" altLang="en-US"/>
          </a:p>
        </p:txBody>
      </p:sp>
      <p:sp>
        <p:nvSpPr>
          <p:cNvPr id="3" name="副标题 2"/>
          <p:cNvSpPr>
            <a:spLocks noGrp="1"/>
          </p:cNvSpPr>
          <p:nvPr>
            <p:ph type="subTitle" idx="1" hasCustomPrompt="1"/>
          </p:nvPr>
        </p:nvSpPr>
        <p:spPr>
          <a:xfrm>
            <a:off x="660399" y="3966887"/>
            <a:ext cx="7882709" cy="535853"/>
          </a:xfrm>
        </p:spPr>
        <p:txBody>
          <a:bodyPr vert="horz" lIns="91440" tIns="45720" rIns="91440" bIns="45720" rtlCol="0" anchor="t">
            <a:normAutofit/>
          </a:bodyPr>
          <a:lstStyle>
            <a:lvl1pPr marL="0" indent="0">
              <a:spcBef>
                <a:spcPts val="0"/>
              </a:spcBef>
              <a:buFont typeface="+mj-lt"/>
              <a:buNone/>
              <a:defRPr lang="zh-CN" altLang="en-US" sz="2000">
                <a:solidFill>
                  <a:schemeClr val="tx1"/>
                </a:solidFill>
              </a:defRPr>
            </a:lvl1pPr>
          </a:lstStyle>
          <a:p>
            <a:pPr marL="228600" lvl="0" indent="-228600" defTabSz="914400"/>
            <a:r>
              <a:rPr lang="zh-CN" altLang="en-US"/>
              <a:t>副标题 </a:t>
            </a:r>
            <a:r>
              <a:rPr lang="en-US" altLang="zh-CN"/>
              <a:t>Click to edit Master subtitle style</a:t>
            </a:r>
            <a:endParaRPr lang="zh-CN" altLang="en-US"/>
          </a:p>
        </p:txBody>
      </p:sp>
      <p:sp>
        <p:nvSpPr>
          <p:cNvPr id="9" name="文本占位符 8"/>
          <p:cNvSpPr>
            <a:spLocks noGrp="1"/>
          </p:cNvSpPr>
          <p:nvPr>
            <p:ph type="body" sz="quarter" idx="14" hasCustomPrompt="1"/>
          </p:nvPr>
        </p:nvSpPr>
        <p:spPr>
          <a:xfrm>
            <a:off x="660401" y="6306665"/>
            <a:ext cx="2997200" cy="296271"/>
          </a:xfrm>
        </p:spPr>
        <p:txBody>
          <a:bodyPr vert="horz" lIns="91440" tIns="45720" rIns="91440" bIns="45720" rtlCol="0" anchor="ctr">
            <a:normAutofit/>
          </a:bodyPr>
          <a:lstStyle>
            <a:lvl1pPr marL="0" indent="0">
              <a:buNone/>
              <a:defRPr lang="en-US" altLang="zh-CN" sz="1200" b="0" spc="600" smtClean="0">
                <a:solidFill>
                  <a:schemeClr val="tx1">
                    <a:lumMod val="50000"/>
                    <a:lumOff val="50000"/>
                  </a:schemeClr>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a:t>为数字世界寻找全局最优解</a:t>
            </a:r>
            <a:endParaRPr lang="en-US" altLang="en-US"/>
          </a:p>
        </p:txBody>
      </p:sp>
      <p:pic>
        <p:nvPicPr>
          <p:cNvPr id="5" name="图片 4"/>
          <p:cNvPicPr>
            <a:picLocks noChangeAspect="1"/>
          </p:cNvPicPr>
          <p:nvPr userDrawn="1"/>
        </p:nvPicPr>
        <p:blipFill>
          <a:blip r:embed="rId3" cstate="screen"/>
          <a:srcRect/>
          <a:stretch>
            <a:fillRect/>
          </a:stretch>
        </p:blipFill>
        <p:spPr>
          <a:xfrm>
            <a:off x="399139" y="335974"/>
            <a:ext cx="1831368" cy="586037"/>
          </a:xfrm>
          <a:prstGeom prst="rect">
            <a:avLst/>
          </a:prstGeom>
        </p:spPr>
      </p:pic>
    </p:spTree>
    <p:extLst>
      <p:ext uri="{BB962C8B-B14F-4D97-AF65-F5344CB8AC3E}">
        <p14:creationId xmlns:p14="http://schemas.microsoft.com/office/powerpoint/2010/main" val="2023900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a:t>页面标题 </a:t>
            </a:r>
            <a:r>
              <a:rPr lang="en-US" altLang="zh-CN"/>
              <a:t>Click to edit Master title style</a:t>
            </a:r>
            <a:endParaRPr lang="zh-CN" altLang="en-US"/>
          </a:p>
        </p:txBody>
      </p:sp>
      <p:sp>
        <p:nvSpPr>
          <p:cNvPr id="4" name="日期占位符 3"/>
          <p:cNvSpPr>
            <a:spLocks noGrp="1"/>
          </p:cNvSpPr>
          <p:nvPr>
            <p:ph type="dt" sz="half" idx="10"/>
          </p:nvPr>
        </p:nvSpPr>
        <p:spPr/>
        <p:txBody>
          <a:bodyPr/>
          <a:lstStyle/>
          <a:p>
            <a:fld id="{3BC5AEBE-086C-4980-A4E1-E89EE17EFFB9}" type="datetime1">
              <a:rPr lang="zh-CN" altLang="en-US" smtClean="0"/>
              <a:t>2024/8/23</a:t>
            </a:fld>
            <a:endParaRPr lang="zh-CN" altLang="en-US"/>
          </a:p>
        </p:txBody>
      </p:sp>
      <p:sp>
        <p:nvSpPr>
          <p:cNvPr id="5" name="页脚占位符 4"/>
          <p:cNvSpPr>
            <a:spLocks noGrp="1"/>
          </p:cNvSpPr>
          <p:nvPr>
            <p:ph type="ftr" sz="quarter" idx="11"/>
          </p:nvPr>
        </p:nvSpPr>
        <p:spPr/>
        <p:txBody>
          <a:bodyPr/>
          <a:lstStyle/>
          <a:p>
            <a:r>
              <a:rPr lang="zh-CN" altLang="en-US"/>
              <a:t>为数字世界寻找全局最优解</a:t>
            </a:r>
          </a:p>
        </p:txBody>
      </p:sp>
      <p:sp>
        <p:nvSpPr>
          <p:cNvPr id="9" name="内容占位符 2"/>
          <p:cNvSpPr>
            <a:spLocks noGrp="1"/>
          </p:cNvSpPr>
          <p:nvPr>
            <p:ph idx="1" hasCustomPrompt="1"/>
          </p:nvPr>
        </p:nvSpPr>
        <p:spPr>
          <a:xfrm>
            <a:off x="666750" y="1231900"/>
            <a:ext cx="10858500" cy="5003800"/>
          </a:xfrm>
        </p:spPr>
        <p:txBody>
          <a:bodyPr/>
          <a:lstStyle/>
          <a:p>
            <a:pPr lvl="0"/>
            <a:r>
              <a:rPr lang="zh-CN" altLang="en-US"/>
              <a:t>一级段落内容 </a:t>
            </a:r>
            <a:r>
              <a:rPr lang="en-US" altLang="zh-CN"/>
              <a:t>Click to edit Master text styles</a:t>
            </a:r>
          </a:p>
          <a:p>
            <a:pPr lvl="1"/>
            <a:r>
              <a:rPr lang="zh-CN" altLang="en-US"/>
              <a:t>二级段落内容 </a:t>
            </a:r>
            <a:r>
              <a:rPr lang="en-US" altLang="zh-CN"/>
              <a:t>Second level</a:t>
            </a:r>
          </a:p>
          <a:p>
            <a:pPr lvl="2"/>
            <a:r>
              <a:rPr lang="zh-CN" altLang="en-US"/>
              <a:t>三级段落内容 </a:t>
            </a:r>
            <a:r>
              <a:rPr lang="en-US" altLang="zh-CN"/>
              <a:t>Third level</a:t>
            </a:r>
          </a:p>
          <a:p>
            <a:pPr lvl="3"/>
            <a:r>
              <a:rPr lang="zh-CN" altLang="en-US"/>
              <a:t>四级段落内容 </a:t>
            </a:r>
            <a:r>
              <a:rPr lang="en-US" altLang="zh-CN"/>
              <a:t>Fourth level</a:t>
            </a:r>
          </a:p>
          <a:p>
            <a:pPr lvl="4"/>
            <a:r>
              <a:rPr lang="zh-CN" altLang="en-US"/>
              <a:t>五级段落内容 </a:t>
            </a:r>
            <a:r>
              <a:rPr lang="en-US" altLang="zh-CN"/>
              <a:t>Fifth level</a:t>
            </a:r>
            <a:endParaRPr lang="zh-CN" altLang="en-US"/>
          </a:p>
        </p:txBody>
      </p:sp>
      <p:sp>
        <p:nvSpPr>
          <p:cNvPr id="3" name="平行四边形 2"/>
          <p:cNvSpPr/>
          <p:nvPr userDrawn="1"/>
        </p:nvSpPr>
        <p:spPr>
          <a:xfrm>
            <a:off x="294363" y="687090"/>
            <a:ext cx="268890" cy="145196"/>
          </a:xfrm>
          <a:prstGeom prst="parallelogram">
            <a:avLst>
              <a:gd name="adj" fmla="val 48077"/>
            </a:avLst>
          </a:prstGeom>
          <a:solidFill>
            <a:srgbClr val="0EB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826177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9" name="文本占位符 8"/>
          <p:cNvSpPr>
            <a:spLocks noGrp="1"/>
          </p:cNvSpPr>
          <p:nvPr>
            <p:ph type="body" sz="quarter" idx="14" hasCustomPrompt="1"/>
          </p:nvPr>
        </p:nvSpPr>
        <p:spPr>
          <a:xfrm>
            <a:off x="660400" y="1500188"/>
            <a:ext cx="2836562" cy="594626"/>
          </a:xfrm>
        </p:spPr>
        <p:txBody>
          <a:bodyPr>
            <a:noAutofit/>
          </a:bodyPr>
          <a:lstStyle>
            <a:lvl1pPr marL="0" indent="0" algn="r">
              <a:buFont typeface="+mj-lt"/>
              <a:buNone/>
              <a:defRPr sz="3200" b="1">
                <a:latin typeface="+mj-lt"/>
              </a:defRPr>
            </a:lvl1pPr>
            <a:lvl2pPr marL="457200" indent="0">
              <a:buFont typeface="+mj-ea"/>
              <a:buNone/>
              <a:defRPr/>
            </a:lvl2pPr>
            <a:lvl3pPr marL="1257300" indent="-342900">
              <a:buFont typeface="+mj-lt"/>
              <a:buAutoNum type="alphaLcParenR"/>
              <a:defRPr/>
            </a:lvl3pPr>
          </a:lstStyle>
          <a:p>
            <a:pPr lvl="0"/>
            <a:r>
              <a:rPr lang="en-US" altLang="zh-CN"/>
              <a:t>Content</a:t>
            </a:r>
            <a:endParaRPr lang="zh-CN" altLang="en-US"/>
          </a:p>
        </p:txBody>
      </p:sp>
      <p:sp>
        <p:nvSpPr>
          <p:cNvPr id="7" name="文本占位符 6"/>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10" name="直接连接符 9"/>
          <p:cNvCxnSpPr/>
          <p:nvPr userDrawn="1"/>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20" name="日期占位符 19"/>
          <p:cNvSpPr>
            <a:spLocks noGrp="1"/>
          </p:cNvSpPr>
          <p:nvPr>
            <p:ph type="dt" sz="half" idx="15"/>
          </p:nvPr>
        </p:nvSpPr>
        <p:spPr/>
        <p:txBody>
          <a:bodyPr/>
          <a:lstStyle/>
          <a:p>
            <a:fld id="{3EBAC152-C384-4126-A41C-02F34DED3069}" type="datetime1">
              <a:rPr lang="zh-CN" altLang="en-US" smtClean="0"/>
              <a:t>2024/8/23</a:t>
            </a:fld>
            <a:endParaRPr lang="en-US" altLang="zh-CN"/>
          </a:p>
        </p:txBody>
      </p:sp>
      <p:sp>
        <p:nvSpPr>
          <p:cNvPr id="21" name="页脚占位符 20"/>
          <p:cNvSpPr>
            <a:spLocks noGrp="1"/>
          </p:cNvSpPr>
          <p:nvPr>
            <p:ph type="ftr" sz="quarter" idx="16"/>
          </p:nvPr>
        </p:nvSpPr>
        <p:spPr/>
        <p:txBody>
          <a:bodyPr/>
          <a:lstStyle/>
          <a:p>
            <a:r>
              <a:rPr lang="zh-CN" altLang="en-US"/>
              <a:t>为数字世界寻找全局最优解</a:t>
            </a:r>
          </a:p>
        </p:txBody>
      </p:sp>
      <p:sp>
        <p:nvSpPr>
          <p:cNvPr id="23" name="矩形 22"/>
          <p:cNvSpPr/>
          <p:nvPr userDrawn="1"/>
        </p:nvSpPr>
        <p:spPr>
          <a:xfrm>
            <a:off x="412940" y="678989"/>
            <a:ext cx="176306" cy="1801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30133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8" name="矩形 7"/>
          <p:cNvSpPr/>
          <p:nvPr userDrawn="1"/>
        </p:nvSpPr>
        <p:spPr>
          <a:xfrm>
            <a:off x="9759142" y="6190454"/>
            <a:ext cx="1895302" cy="6675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title" hasCustomPrompt="1"/>
          </p:nvPr>
        </p:nvSpPr>
        <p:spPr>
          <a:xfrm>
            <a:off x="5807018" y="2393577"/>
            <a:ext cx="5398007" cy="1290474"/>
          </a:xfrm>
        </p:spPr>
        <p:txBody>
          <a:bodyPr vert="horz" lIns="91440" tIns="45720" rIns="91440" bIns="45720" rtlCol="0" anchor="b">
            <a:noAutofit/>
          </a:bodyPr>
          <a:lstStyle>
            <a:lvl1pPr>
              <a:defRPr lang="zh-CN" altLang="en-US" sz="3600">
                <a:solidFill>
                  <a:schemeClr val="bg1"/>
                </a:solidFill>
              </a:defRPr>
            </a:lvl1pPr>
          </a:lstStyle>
          <a:p>
            <a:pPr lvl="0" defTabSz="914400"/>
            <a:r>
              <a:rPr lang="zh-CN" altLang="en-US"/>
              <a:t>章节标题 </a:t>
            </a:r>
            <a:r>
              <a:rPr lang="en-US" altLang="zh-CN"/>
              <a:t>Click to edit Master title style</a:t>
            </a:r>
            <a:endParaRPr lang="zh-CN" altLang="en-US"/>
          </a:p>
        </p:txBody>
      </p:sp>
      <p:sp>
        <p:nvSpPr>
          <p:cNvPr id="3" name="文本占位符 2"/>
          <p:cNvSpPr>
            <a:spLocks noGrp="1"/>
          </p:cNvSpPr>
          <p:nvPr>
            <p:ph type="body" idx="1" hasCustomPrompt="1"/>
          </p:nvPr>
        </p:nvSpPr>
        <p:spPr>
          <a:xfrm>
            <a:off x="5807018" y="3818522"/>
            <a:ext cx="5398007" cy="505084"/>
          </a:xfrm>
        </p:spPr>
        <p:txBody>
          <a:bodyPr>
            <a:normAutofit/>
          </a:bodyPr>
          <a:lstStyle>
            <a:lvl1pPr marL="0" indent="0">
              <a:buNone/>
              <a:defRPr lang="en-US" altLang="zh-CN" sz="1600" kern="120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章节副标题 </a:t>
            </a:r>
            <a:r>
              <a:rPr lang="en-US" altLang="zh-CN"/>
              <a:t>Click to edit Master text styles</a:t>
            </a:r>
          </a:p>
        </p:txBody>
      </p:sp>
      <p:pic>
        <p:nvPicPr>
          <p:cNvPr id="7" name="图片 6"/>
          <p:cNvPicPr>
            <a:picLocks noChangeAspect="1"/>
          </p:cNvPicPr>
          <p:nvPr userDrawn="1"/>
        </p:nvPicPr>
        <p:blipFill>
          <a:blip r:embed="rId2" cstate="screen"/>
          <a:srcRect/>
          <a:stretch>
            <a:fillRect/>
          </a:stretch>
        </p:blipFill>
        <p:spPr>
          <a:xfrm>
            <a:off x="693" y="626082"/>
            <a:ext cx="2936686" cy="4774368"/>
          </a:xfrm>
          <a:prstGeom prst="rect">
            <a:avLst/>
          </a:prstGeom>
        </p:spPr>
      </p:pic>
      <p:pic>
        <p:nvPicPr>
          <p:cNvPr id="6" name="图片 5"/>
          <p:cNvPicPr>
            <a:picLocks noChangeAspect="1"/>
          </p:cNvPicPr>
          <p:nvPr userDrawn="1"/>
        </p:nvPicPr>
        <p:blipFill>
          <a:blip r:embed="rId3" cstate="screen"/>
          <a:srcRect/>
          <a:stretch>
            <a:fillRect/>
          </a:stretch>
        </p:blipFill>
        <p:spPr>
          <a:xfrm>
            <a:off x="9834033" y="6435164"/>
            <a:ext cx="1683132" cy="260374"/>
          </a:xfrm>
          <a:prstGeom prst="rect">
            <a:avLst/>
          </a:prstGeom>
        </p:spPr>
      </p:pic>
    </p:spTree>
    <p:extLst>
      <p:ext uri="{BB962C8B-B14F-4D97-AF65-F5344CB8AC3E}">
        <p14:creationId xmlns:p14="http://schemas.microsoft.com/office/powerpoint/2010/main" val="1327751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solidFill>
                  <a:schemeClr val="tx1"/>
                </a:solidFill>
              </a:defRPr>
            </a:lvl1pPr>
          </a:lstStyle>
          <a:p>
            <a:r>
              <a:rPr lang="zh-CN" altLang="en-US"/>
              <a:t>页面标题 </a:t>
            </a:r>
            <a:r>
              <a:rPr lang="en-US" altLang="zh-CN"/>
              <a:t>Click to edit Master title style</a:t>
            </a:r>
            <a:endParaRPr lang="zh-CN" altLang="en-US"/>
          </a:p>
        </p:txBody>
      </p:sp>
      <p:sp>
        <p:nvSpPr>
          <p:cNvPr id="3" name="日期占位符 2"/>
          <p:cNvSpPr>
            <a:spLocks noGrp="1"/>
          </p:cNvSpPr>
          <p:nvPr>
            <p:ph type="dt" sz="half" idx="10"/>
          </p:nvPr>
        </p:nvSpPr>
        <p:spPr/>
        <p:txBody>
          <a:bodyPr/>
          <a:lstStyle/>
          <a:p>
            <a:fld id="{748B5987-9647-4253-899C-3B9819D6D8A0}" type="datetime1">
              <a:rPr lang="zh-CN" altLang="en-US" smtClean="0"/>
              <a:t>2024/8/23</a:t>
            </a:fld>
            <a:endParaRPr lang="zh-CN" altLang="en-US"/>
          </a:p>
        </p:txBody>
      </p:sp>
      <p:sp>
        <p:nvSpPr>
          <p:cNvPr id="6" name="页脚占位符 3"/>
          <p:cNvSpPr>
            <a:spLocks noGrp="1"/>
          </p:cNvSpPr>
          <p:nvPr>
            <p:ph type="ftr" sz="quarter" idx="11"/>
          </p:nvPr>
        </p:nvSpPr>
        <p:spPr>
          <a:xfrm>
            <a:off x="660401" y="6438900"/>
            <a:ext cx="3992171" cy="215900"/>
          </a:xfrm>
        </p:spPr>
        <p:txBody>
          <a:bodyPr/>
          <a:lstStyle/>
          <a:p>
            <a:r>
              <a:rPr lang="zh-CN" altLang="en-US"/>
              <a:t>为数字世界寻找全局最优解</a:t>
            </a:r>
          </a:p>
        </p:txBody>
      </p:sp>
      <p:sp>
        <p:nvSpPr>
          <p:cNvPr id="4" name="平行四边形 3"/>
          <p:cNvSpPr/>
          <p:nvPr userDrawn="1"/>
        </p:nvSpPr>
        <p:spPr>
          <a:xfrm>
            <a:off x="308303" y="674206"/>
            <a:ext cx="268890" cy="145196"/>
          </a:xfrm>
          <a:prstGeom prst="parallelogram">
            <a:avLst>
              <a:gd name="adj" fmla="val 48077"/>
            </a:avLst>
          </a:prstGeom>
          <a:solidFill>
            <a:srgbClr val="0EB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432695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0ECBEB-8597-4EA4-9D29-E1D7025CFAA0}" type="datetime1">
              <a:rPr lang="zh-CN" altLang="en-US" smtClean="0"/>
              <a:t>2024/8/23</a:t>
            </a:fld>
            <a:endParaRPr lang="zh-CN" altLang="en-US"/>
          </a:p>
        </p:txBody>
      </p:sp>
      <p:sp>
        <p:nvSpPr>
          <p:cNvPr id="3" name="页脚占位符 2"/>
          <p:cNvSpPr>
            <a:spLocks noGrp="1"/>
          </p:cNvSpPr>
          <p:nvPr>
            <p:ph type="ftr" sz="quarter" idx="11"/>
          </p:nvPr>
        </p:nvSpPr>
        <p:spPr/>
        <p:txBody>
          <a:bodyPr/>
          <a:lstStyle/>
          <a:p>
            <a:r>
              <a:rPr lang="zh-CN" altLang="en-US"/>
              <a:t>为数字世界寻找全局最优解</a:t>
            </a:r>
          </a:p>
        </p:txBody>
      </p:sp>
    </p:spTree>
    <p:extLst>
      <p:ext uri="{BB962C8B-B14F-4D97-AF65-F5344CB8AC3E}">
        <p14:creationId xmlns:p14="http://schemas.microsoft.com/office/powerpoint/2010/main" val="3587371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8" name="矩形 7"/>
          <p:cNvSpPr/>
          <p:nvPr userDrawn="1"/>
        </p:nvSpPr>
        <p:spPr>
          <a:xfrm>
            <a:off x="9664700" y="6248400"/>
            <a:ext cx="1981200" cy="444500"/>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pic>
        <p:nvPicPr>
          <p:cNvPr id="3" name="图片 2"/>
          <p:cNvPicPr>
            <a:picLocks noChangeAspect="1"/>
          </p:cNvPicPr>
          <p:nvPr userDrawn="1"/>
        </p:nvPicPr>
        <p:blipFill>
          <a:blip r:embed="rId2" cstate="screen"/>
          <a:srcRect/>
          <a:stretch>
            <a:fillRect/>
          </a:stretch>
        </p:blipFill>
        <p:spPr>
          <a:xfrm>
            <a:off x="6065003" y="1619705"/>
            <a:ext cx="6251614" cy="11567612"/>
          </a:xfrm>
          <a:prstGeom prst="rect">
            <a:avLst/>
          </a:prstGeom>
        </p:spPr>
      </p:pic>
      <p:sp>
        <p:nvSpPr>
          <p:cNvPr id="7" name="文本占位符 6"/>
          <p:cNvSpPr>
            <a:spLocks noGrp="1"/>
          </p:cNvSpPr>
          <p:nvPr>
            <p:ph type="body" sz="quarter" idx="13" hasCustomPrompt="1"/>
          </p:nvPr>
        </p:nvSpPr>
        <p:spPr>
          <a:xfrm>
            <a:off x="660400" y="1949797"/>
            <a:ext cx="6869953" cy="1643062"/>
          </a:xfrm>
        </p:spPr>
        <p:txBody>
          <a:bodyPr vert="horz" lIns="91440" tIns="45720" rIns="91440" bIns="45720" rtlCol="0" anchor="b">
            <a:noAutofit/>
          </a:bodyPr>
          <a:lstStyle>
            <a:lvl1pPr marL="0" indent="0">
              <a:lnSpc>
                <a:spcPct val="100000"/>
              </a:lnSpc>
              <a:buNone/>
              <a:defRPr lang="en-US" altLang="zh-CN" sz="6000" b="1" smtClean="0">
                <a:solidFill>
                  <a:schemeClr val="tx1"/>
                </a:solidFill>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400">
              <a:spcBef>
                <a:spcPct val="0"/>
              </a:spcBef>
            </a:pPr>
            <a:r>
              <a:rPr lang="zh-CN" altLang="en-US"/>
              <a:t>致谢页 </a:t>
            </a:r>
            <a:r>
              <a:rPr lang="en-US" altLang="zh-CN"/>
              <a:t>Click to edit Master text styles</a:t>
            </a:r>
          </a:p>
        </p:txBody>
      </p:sp>
      <p:pic>
        <p:nvPicPr>
          <p:cNvPr id="5" name="图片 4"/>
          <p:cNvPicPr>
            <a:picLocks noChangeAspect="1"/>
          </p:cNvPicPr>
          <p:nvPr userDrawn="1"/>
        </p:nvPicPr>
        <p:blipFill>
          <a:blip r:embed="rId3" cstate="screen"/>
          <a:srcRect/>
          <a:stretch>
            <a:fillRect/>
          </a:stretch>
        </p:blipFill>
        <p:spPr>
          <a:xfrm>
            <a:off x="660400" y="5742037"/>
            <a:ext cx="1831368" cy="586037"/>
          </a:xfrm>
          <a:prstGeom prst="rect">
            <a:avLst/>
          </a:prstGeom>
        </p:spPr>
      </p:pic>
    </p:spTree>
    <p:extLst>
      <p:ext uri="{BB962C8B-B14F-4D97-AF65-F5344CB8AC3E}">
        <p14:creationId xmlns:p14="http://schemas.microsoft.com/office/powerpoint/2010/main" val="1805240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Light">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screen"/>
          <a:srcRect/>
          <a:stretch>
            <a:fillRect/>
          </a:stretch>
        </p:blipFill>
        <p:spPr>
          <a:xfrm>
            <a:off x="0" y="0"/>
            <a:ext cx="12192000" cy="6858000"/>
          </a:xfrm>
          <a:prstGeom prst="rect">
            <a:avLst/>
          </a:prstGeom>
        </p:spPr>
      </p:pic>
      <p:pic>
        <p:nvPicPr>
          <p:cNvPr id="7" name="图片 6"/>
          <p:cNvPicPr>
            <a:picLocks noChangeAspect="1"/>
          </p:cNvPicPr>
          <p:nvPr userDrawn="1"/>
        </p:nvPicPr>
        <p:blipFill>
          <a:blip r:embed="rId3" cstate="screen"/>
          <a:srcRect/>
          <a:stretch>
            <a:fillRect/>
          </a:stretch>
        </p:blipFill>
        <p:spPr>
          <a:xfrm>
            <a:off x="10482814" y="6388340"/>
            <a:ext cx="1439813" cy="223971"/>
          </a:xfrm>
          <a:prstGeom prst="rect">
            <a:avLst/>
          </a:prstGeom>
        </p:spPr>
      </p:pic>
    </p:spTree>
    <p:extLst>
      <p:ext uri="{BB962C8B-B14F-4D97-AF65-F5344CB8AC3E}">
        <p14:creationId xmlns:p14="http://schemas.microsoft.com/office/powerpoint/2010/main" val="6706592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首页及结尾">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520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导览页">
    <p:spTree>
      <p:nvGrpSpPr>
        <p:cNvPr id="1" name=""/>
        <p:cNvGrpSpPr/>
        <p:nvPr/>
      </p:nvGrpSpPr>
      <p:grpSpPr>
        <a:xfrm>
          <a:off x="0" y="0"/>
          <a:ext cx="0" cy="0"/>
          <a:chOff x="0" y="0"/>
          <a:chExt cx="0" cy="0"/>
        </a:xfrm>
      </p:grpSpPr>
      <p:pic>
        <p:nvPicPr>
          <p:cNvPr id="6" name="X"/>
          <p:cNvPicPr>
            <a:picLocks noChangeAspect="1"/>
          </p:cNvPicPr>
          <p:nvPr/>
        </p:nvPicPr>
        <p:blipFill>
          <a:blip r:embed="rId2"/>
          <a:stretch/>
        </p:blipFill>
        <p:spPr>
          <a:xfrm>
            <a:off x="0" y="0"/>
            <a:ext cx="12192000" cy="6858000"/>
          </a:xfrm>
          <a:prstGeom prst="rect">
            <a:avLst/>
          </a:prstGeom>
        </p:spPr>
      </p:pic>
      <p:sp>
        <p:nvSpPr>
          <p:cNvPr id="5" name="Line"/>
          <p:cNvSpPr/>
          <p:nvPr/>
        </p:nvSpPr>
        <p:spPr>
          <a:xfrm>
            <a:off x="1523516" y="2137353"/>
            <a:ext cx="1008000" cy="36000"/>
          </a:xfrm>
          <a:prstGeom prst="rect">
            <a:avLst/>
          </a:prstGeom>
          <a:solidFill>
            <a:schemeClr val="accent2"/>
          </a:solidFill>
          <a:ln>
            <a:noFill/>
          </a:ln>
        </p:spPr>
        <p:txBody>
          <a:bodyPr anchor="ctr"/>
          <a:lstStyle/>
          <a:p>
            <a:pPr algn="ctr"/>
            <a:endParaRPr lang="zh-CN" altLang="zh-CN" sz="1100">
              <a:solidFill>
                <a:schemeClr val="bg1"/>
              </a:solidFill>
              <a:latin typeface="Microsoft YaHei"/>
              <a:ea typeface="Microsoft YaHei"/>
            </a:endParaRPr>
          </a:p>
        </p:txBody>
      </p:sp>
      <p:pic>
        <p:nvPicPr>
          <p:cNvPr id="7" name="Powered By DaoCloud"/>
          <p:cNvPicPr>
            <a:picLocks noChangeAspect="1"/>
          </p:cNvPicPr>
          <p:nvPr/>
        </p:nvPicPr>
        <p:blipFill>
          <a:blip r:embed="rId3"/>
          <a:stretch/>
        </p:blipFill>
        <p:spPr>
          <a:xfrm>
            <a:off x="10664825" y="6383566"/>
            <a:ext cx="1273935" cy="154417"/>
          </a:xfrm>
          <a:prstGeom prst="rect">
            <a:avLst/>
          </a:prstGeom>
        </p:spPr>
      </p:pic>
      <p:pic>
        <p:nvPicPr>
          <p:cNvPr id="10" name="Digital X Logo"/>
          <p:cNvPicPr>
            <a:picLocks noChangeAspect="1"/>
          </p:cNvPicPr>
          <p:nvPr/>
        </p:nvPicPr>
        <p:blipFill>
          <a:blip r:embed="rId4"/>
          <a:stretch/>
        </p:blipFill>
        <p:spPr>
          <a:xfrm>
            <a:off x="149295" y="6345786"/>
            <a:ext cx="786200" cy="255972"/>
          </a:xfrm>
          <a:prstGeom prst="rect">
            <a:avLst/>
          </a:prstGeom>
        </p:spPr>
      </p:pic>
      <p:sp>
        <p:nvSpPr>
          <p:cNvPr id="4" name="Title"/>
          <p:cNvSpPr txBox="1"/>
          <p:nvPr/>
        </p:nvSpPr>
        <p:spPr>
          <a:xfrm>
            <a:off x="746979" y="1348485"/>
            <a:ext cx="1877437" cy="600164"/>
          </a:xfrm>
          <a:prstGeom prst="rect">
            <a:avLst/>
          </a:prstGeom>
          <a:noFill/>
        </p:spPr>
        <p:txBody>
          <a:bodyPr wrap="none">
            <a:spAutoFit/>
          </a:bodyPr>
          <a:lstStyle>
            <a:lvl1pPr lvl="0">
              <a:defRPr sz="2200" b="1">
                <a:solidFill>
                  <a:srgbClr val="1B1C1D"/>
                </a:solidFill>
                <a:latin typeface="Arial"/>
                <a:ea typeface="Microsoft YaHei"/>
              </a:defRPr>
            </a:lvl1pPr>
          </a:lstStyle>
          <a:p>
            <a:pPr algn="r"/>
            <a:r>
              <a:rPr lang="zh-CN" altLang="zh-CN" sz="3300"/>
              <a:t>内容大纲</a:t>
            </a:r>
          </a:p>
        </p:txBody>
      </p:sp>
    </p:spTree>
    <p:extLst>
      <p:ext uri="{BB962C8B-B14F-4D97-AF65-F5344CB8AC3E}">
        <p14:creationId xmlns:p14="http://schemas.microsoft.com/office/powerpoint/2010/main" val="22435568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转场页">
    <p:spTree>
      <p:nvGrpSpPr>
        <p:cNvPr id="1" name=""/>
        <p:cNvGrpSpPr/>
        <p:nvPr/>
      </p:nvGrpSpPr>
      <p:grpSpPr>
        <a:xfrm>
          <a:off x="0" y="0"/>
          <a:ext cx="0" cy="0"/>
          <a:chOff x="0" y="0"/>
          <a:chExt cx="0" cy="0"/>
        </a:xfrm>
      </p:grpSpPr>
      <p:pic>
        <p:nvPicPr>
          <p:cNvPr id="3" name="Arrow"/>
          <p:cNvPicPr>
            <a:picLocks noChangeAspect="1"/>
          </p:cNvPicPr>
          <p:nvPr/>
        </p:nvPicPr>
        <p:blipFill>
          <a:blip r:embed="rId2"/>
          <a:stretch/>
        </p:blipFill>
        <p:spPr>
          <a:xfrm>
            <a:off x="0" y="0"/>
            <a:ext cx="12192000" cy="6858000"/>
          </a:xfrm>
          <a:prstGeom prst="rect">
            <a:avLst/>
          </a:prstGeom>
        </p:spPr>
      </p:pic>
      <p:sp>
        <p:nvSpPr>
          <p:cNvPr id="7" name="Triangle"/>
          <p:cNvSpPr/>
          <p:nvPr/>
        </p:nvSpPr>
        <p:spPr>
          <a:xfrm flipH="1">
            <a:off x="511628" y="1382486"/>
            <a:ext cx="533400" cy="533400"/>
          </a:xfrm>
          <a:prstGeom prst="rtTriangle">
            <a:avLst/>
          </a:prstGeom>
          <a:solidFill>
            <a:schemeClr val="accent2"/>
          </a:solidFill>
          <a:ln>
            <a:noFill/>
          </a:ln>
        </p:spPr>
        <p:txBody>
          <a:bodyPr anchor="ctr"/>
          <a:lstStyle/>
          <a:p>
            <a:pPr algn="ctr"/>
            <a:endParaRPr lang="zh-CN" altLang="zh-CN" sz="1100">
              <a:solidFill>
                <a:schemeClr val="bg1"/>
              </a:solidFill>
              <a:latin typeface="Microsoft YaHei"/>
              <a:ea typeface="Microsoft YaHei"/>
            </a:endParaRPr>
          </a:p>
        </p:txBody>
      </p:sp>
      <p:pic>
        <p:nvPicPr>
          <p:cNvPr id="10" name="Digital X Logo"/>
          <p:cNvPicPr>
            <a:picLocks noChangeAspect="1"/>
          </p:cNvPicPr>
          <p:nvPr/>
        </p:nvPicPr>
        <p:blipFill>
          <a:blip r:embed="rId3"/>
          <a:stretch/>
        </p:blipFill>
        <p:spPr>
          <a:xfrm>
            <a:off x="149295" y="6345786"/>
            <a:ext cx="786200" cy="255972"/>
          </a:xfrm>
          <a:prstGeom prst="rect">
            <a:avLst/>
          </a:prstGeom>
        </p:spPr>
      </p:pic>
      <p:pic>
        <p:nvPicPr>
          <p:cNvPr id="9" name="Powered By DaoCloud"/>
          <p:cNvPicPr>
            <a:picLocks noChangeAspect="1"/>
          </p:cNvPicPr>
          <p:nvPr/>
        </p:nvPicPr>
        <p:blipFill>
          <a:blip r:embed="rId4"/>
          <a:stretch/>
        </p:blipFill>
        <p:spPr>
          <a:xfrm>
            <a:off x="10664825" y="6383566"/>
            <a:ext cx="1273935" cy="154417"/>
          </a:xfrm>
          <a:prstGeom prst="rect">
            <a:avLst/>
          </a:prstGeom>
        </p:spPr>
      </p:pic>
    </p:spTree>
    <p:extLst>
      <p:ext uri="{BB962C8B-B14F-4D97-AF65-F5344CB8AC3E}">
        <p14:creationId xmlns:p14="http://schemas.microsoft.com/office/powerpoint/2010/main" val="3696306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pic>
        <p:nvPicPr>
          <p:cNvPr id="4" name="Powered By DaoCloud"/>
          <p:cNvPicPr>
            <a:picLocks noChangeAspect="1"/>
          </p:cNvPicPr>
          <p:nvPr/>
        </p:nvPicPr>
        <p:blipFill>
          <a:blip r:embed="rId2"/>
          <a:stretch/>
        </p:blipFill>
        <p:spPr>
          <a:xfrm>
            <a:off x="10664825" y="6383566"/>
            <a:ext cx="1273935" cy="154417"/>
          </a:xfrm>
          <a:prstGeom prst="rect">
            <a:avLst/>
          </a:prstGeom>
        </p:spPr>
      </p:pic>
      <p:pic>
        <p:nvPicPr>
          <p:cNvPr id="5" name="Digital X Logo"/>
          <p:cNvPicPr>
            <a:picLocks noChangeAspect="1"/>
          </p:cNvPicPr>
          <p:nvPr/>
        </p:nvPicPr>
        <p:blipFill>
          <a:blip r:embed="rId3"/>
          <a:stretch/>
        </p:blipFill>
        <p:spPr>
          <a:xfrm>
            <a:off x="149295" y="6345786"/>
            <a:ext cx="786200" cy="255972"/>
          </a:xfrm>
          <a:prstGeom prst="rect">
            <a:avLst/>
          </a:prstGeom>
        </p:spPr>
      </p:pic>
    </p:spTree>
    <p:extLst>
      <p:ext uri="{BB962C8B-B14F-4D97-AF65-F5344CB8AC3E}">
        <p14:creationId xmlns:p14="http://schemas.microsoft.com/office/powerpoint/2010/main" val="2207870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9841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slideLayout" Target="../slideLayouts/slideLayout13.xml"/><Relationship Id="rId10" Type="http://schemas.openxmlformats.org/officeDocument/2006/relationships/theme" Target="../theme/theme3.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4.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06480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6" cstate="screen"/>
          <a:srcRect/>
          <a:stretch>
            <a:fillRect/>
          </a:stretch>
        </p:blipFill>
        <p:spPr>
          <a:xfrm>
            <a:off x="0" y="0"/>
            <a:ext cx="12192000" cy="6858000"/>
          </a:xfrm>
          <a:prstGeom prst="rect">
            <a:avLst/>
          </a:prstGeom>
        </p:spPr>
      </p:pic>
      <p:pic>
        <p:nvPicPr>
          <p:cNvPr id="7" name="图片 6"/>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10482814" y="6388340"/>
            <a:ext cx="1439813" cy="223971"/>
          </a:xfrm>
          <a:prstGeom prst="rect">
            <a:avLst/>
          </a:prstGeom>
        </p:spPr>
      </p:pic>
    </p:spTree>
    <p:extLst>
      <p:ext uri="{BB962C8B-B14F-4D97-AF65-F5344CB8AC3E}">
        <p14:creationId xmlns:p14="http://schemas.microsoft.com/office/powerpoint/2010/main" val="166657800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Lst>
  <p:hf sldNum="0" hdr="0" ftr="0" dt="0"/>
  <p:txStyles>
    <p:titleStyle>
      <a:lvl1pPr lvl="0" algn="l" defTabSz="914400">
        <a:lnSpc>
          <a:spcPct val="90000"/>
        </a:lnSpc>
        <a:spcBef>
          <a:spcPct val="0"/>
        </a:spcBef>
        <a:buNone/>
        <a:defRPr sz="4400" kern="1200">
          <a:solidFill>
            <a:schemeClr val="tx1"/>
          </a:solidFill>
          <a:latin typeface="Arial Black"/>
          <a:ea typeface="微软雅黑"/>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Arial"/>
          <a:ea typeface="微软雅黑"/>
        </a:defRPr>
      </a:lvl1pPr>
      <a:lvl2pPr marL="685800" lvl="1" indent="-228600" algn="l" defTabSz="914400">
        <a:lnSpc>
          <a:spcPct val="90000"/>
        </a:lnSpc>
        <a:spcBef>
          <a:spcPts val="500"/>
        </a:spcBef>
        <a:buFont typeface="Arial" charset="0"/>
        <a:buChar char="•"/>
        <a:defRPr sz="2400" kern="1200">
          <a:solidFill>
            <a:schemeClr val="tx1"/>
          </a:solidFill>
          <a:latin typeface="Arial"/>
          <a:ea typeface="微软雅黑"/>
        </a:defRPr>
      </a:lvl2pPr>
      <a:lvl3pPr marL="1143000" lvl="2" indent="-228600" algn="l" defTabSz="914400">
        <a:lnSpc>
          <a:spcPct val="90000"/>
        </a:lnSpc>
        <a:spcBef>
          <a:spcPts val="500"/>
        </a:spcBef>
        <a:buFont typeface="Arial" charset="0"/>
        <a:buChar char="•"/>
        <a:defRPr sz="2000" kern="1200">
          <a:solidFill>
            <a:schemeClr val="tx1"/>
          </a:solidFill>
          <a:latin typeface="Arial"/>
          <a:ea typeface="微软雅黑"/>
        </a:defRPr>
      </a:lvl3pPr>
      <a:lvl4pPr marL="1600200" lvl="3" indent="-228600" algn="l" defTabSz="914400">
        <a:lnSpc>
          <a:spcPct val="90000"/>
        </a:lnSpc>
        <a:spcBef>
          <a:spcPts val="500"/>
        </a:spcBef>
        <a:buFont typeface="Arial" charset="0"/>
        <a:buChar char="•"/>
        <a:defRPr sz="1800" kern="1200">
          <a:solidFill>
            <a:schemeClr val="tx1"/>
          </a:solidFill>
          <a:latin typeface="Arial"/>
          <a:ea typeface="微软雅黑"/>
        </a:defRPr>
      </a:lvl4pPr>
      <a:lvl5pPr marL="2057400" lvl="4" indent="-228600" algn="l" defTabSz="914400">
        <a:lnSpc>
          <a:spcPct val="90000"/>
        </a:lnSpc>
        <a:spcBef>
          <a:spcPts val="500"/>
        </a:spcBef>
        <a:buFont typeface="Arial" charset="0"/>
        <a:buChar char="•"/>
        <a:defRPr sz="1800" kern="1200">
          <a:solidFill>
            <a:schemeClr val="tx1"/>
          </a:solidFill>
          <a:latin typeface="Arial"/>
          <a:ea typeface="微软雅黑"/>
        </a:defRPr>
      </a:lvl5pPr>
      <a:lvl6pPr marL="2514600" lvl="5" indent="-228600" algn="l" defTabSz="914400">
        <a:lnSpc>
          <a:spcPct val="90000"/>
        </a:lnSpc>
        <a:spcBef>
          <a:spcPts val="500"/>
        </a:spcBef>
        <a:buFont typeface="Arial" charset="0"/>
        <a:buChar char="•"/>
        <a:defRPr sz="1800" kern="1200">
          <a:solidFill>
            <a:schemeClr val="tx1"/>
          </a:solidFill>
          <a:latin typeface="Arial"/>
          <a:ea typeface="微软雅黑"/>
        </a:defRPr>
      </a:lvl6pPr>
      <a:lvl7pPr marL="2971800" lvl="6" indent="-228600" algn="l" defTabSz="914400">
        <a:lnSpc>
          <a:spcPct val="90000"/>
        </a:lnSpc>
        <a:spcBef>
          <a:spcPts val="500"/>
        </a:spcBef>
        <a:buFont typeface="Arial" charset="0"/>
        <a:buChar char="•"/>
        <a:defRPr sz="1800" kern="1200">
          <a:solidFill>
            <a:schemeClr val="tx1"/>
          </a:solidFill>
          <a:latin typeface="Arial"/>
          <a:ea typeface="微软雅黑"/>
        </a:defRPr>
      </a:lvl7pPr>
      <a:lvl8pPr marL="3429000" lvl="7" indent="-228600" algn="l" defTabSz="914400">
        <a:lnSpc>
          <a:spcPct val="90000"/>
        </a:lnSpc>
        <a:spcBef>
          <a:spcPts val="500"/>
        </a:spcBef>
        <a:buFont typeface="Arial" charset="0"/>
        <a:buChar char="•"/>
        <a:defRPr sz="1800" kern="1200">
          <a:solidFill>
            <a:schemeClr val="tx1"/>
          </a:solidFill>
          <a:latin typeface="Arial"/>
          <a:ea typeface="微软雅黑"/>
        </a:defRPr>
      </a:lvl8pPr>
      <a:lvl9pPr marL="3886200" lvl="8" indent="-228600" algn="l" defTabSz="914400">
        <a:lnSpc>
          <a:spcPct val="90000"/>
        </a:lnSpc>
        <a:spcBef>
          <a:spcPts val="500"/>
        </a:spcBef>
        <a:buFont typeface="Arial" charset="0"/>
        <a:buChar char="•"/>
        <a:defRPr sz="1800" kern="1200">
          <a:solidFill>
            <a:schemeClr val="tx1"/>
          </a:solidFill>
          <a:latin typeface="Arial"/>
          <a:ea typeface="微软雅黑"/>
        </a:defRPr>
      </a:lvl9pPr>
    </p:bodyStyle>
    <p:otherStyle>
      <a:lvl1pPr marL="0" lvl="0" algn="l" defTabSz="914400">
        <a:defRPr sz="1800" kern="1200">
          <a:solidFill>
            <a:schemeClr val="tx1"/>
          </a:solidFill>
          <a:latin typeface="Arial"/>
          <a:ea typeface="微软雅黑"/>
        </a:defRPr>
      </a:lvl1pPr>
      <a:lvl2pPr marL="457200" lvl="1" algn="l" defTabSz="914400">
        <a:defRPr sz="1800" kern="1200">
          <a:solidFill>
            <a:schemeClr val="tx1"/>
          </a:solidFill>
          <a:latin typeface="Arial"/>
          <a:ea typeface="微软雅黑"/>
        </a:defRPr>
      </a:lvl2pPr>
      <a:lvl3pPr marL="914400" lvl="2" algn="l" defTabSz="914400">
        <a:defRPr sz="1800" kern="1200">
          <a:solidFill>
            <a:schemeClr val="tx1"/>
          </a:solidFill>
          <a:latin typeface="Arial"/>
          <a:ea typeface="微软雅黑"/>
        </a:defRPr>
      </a:lvl3pPr>
      <a:lvl4pPr marL="1371600" lvl="3" algn="l" defTabSz="914400">
        <a:defRPr sz="1800" kern="1200">
          <a:solidFill>
            <a:schemeClr val="tx1"/>
          </a:solidFill>
          <a:latin typeface="Arial"/>
          <a:ea typeface="微软雅黑"/>
        </a:defRPr>
      </a:lvl4pPr>
      <a:lvl5pPr marL="1828800" lvl="4" algn="l" defTabSz="914400">
        <a:defRPr sz="1800" kern="1200">
          <a:solidFill>
            <a:schemeClr val="tx1"/>
          </a:solidFill>
          <a:latin typeface="Arial"/>
          <a:ea typeface="微软雅黑"/>
        </a:defRPr>
      </a:lvl5pPr>
      <a:lvl6pPr marL="2286000" lvl="5" algn="l" defTabSz="914400">
        <a:defRPr sz="1800" kern="1200">
          <a:solidFill>
            <a:schemeClr val="tx1"/>
          </a:solidFill>
          <a:latin typeface="Arial"/>
          <a:ea typeface="微软雅黑"/>
        </a:defRPr>
      </a:lvl6pPr>
      <a:lvl7pPr marL="2743200" lvl="6" algn="l" defTabSz="914400">
        <a:defRPr sz="1800" kern="1200">
          <a:solidFill>
            <a:schemeClr val="tx1"/>
          </a:solidFill>
          <a:latin typeface="Arial"/>
          <a:ea typeface="微软雅黑"/>
        </a:defRPr>
      </a:lvl7pPr>
      <a:lvl8pPr marL="3200400" lvl="7" algn="l" defTabSz="914400">
        <a:defRPr sz="1800" kern="1200">
          <a:solidFill>
            <a:schemeClr val="tx1"/>
          </a:solidFill>
          <a:latin typeface="Arial"/>
          <a:ea typeface="微软雅黑"/>
        </a:defRPr>
      </a:lvl8pPr>
      <a:lvl9pPr marL="3657600" lvl="8" algn="l" defTabSz="914400">
        <a:defRPr sz="1800" kern="1200">
          <a:solidFill>
            <a:schemeClr val="tx1"/>
          </a:solidFill>
          <a:latin typeface="Arial"/>
          <a:ea typeface="微软雅黑"/>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0"/>
            <a:ext cx="10858500" cy="1028700"/>
          </a:xfrm>
          <a:prstGeom prst="rect">
            <a:avLst/>
          </a:prstGeom>
        </p:spPr>
        <p:txBody>
          <a:bodyPr vert="horz" lIns="91440" tIns="45720" rIns="91440" bIns="45720" rtlCol="0" anchor="b">
            <a:noAutofit/>
          </a:bodyPr>
          <a:lstStyle/>
          <a:p>
            <a:pPr lvl="0" defTabSz="914400"/>
            <a:r>
              <a:rPr lang="zh-CN" altLang="en-US"/>
              <a:t>页面标题 </a:t>
            </a:r>
            <a:r>
              <a:rPr lang="en-US" altLang="zh-CN"/>
              <a:t>Click to edit Master title style</a:t>
            </a:r>
            <a:endParaRPr lang="zh-CN" altLang="en-US"/>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一级段落内容 </a:t>
            </a:r>
            <a:r>
              <a:rPr lang="en-US" altLang="zh-CN"/>
              <a:t>Click to edit Master text styles</a:t>
            </a:r>
          </a:p>
          <a:p>
            <a:pPr lvl="1"/>
            <a:r>
              <a:rPr lang="zh-CN" altLang="en-US"/>
              <a:t>二级段落内容  </a:t>
            </a:r>
            <a:r>
              <a:rPr lang="en-US" altLang="zh-CN"/>
              <a:t>Second level</a:t>
            </a:r>
          </a:p>
          <a:p>
            <a:pPr lvl="2"/>
            <a:r>
              <a:rPr lang="zh-CN" altLang="en-US"/>
              <a:t>三级段落内容  </a:t>
            </a:r>
            <a:r>
              <a:rPr lang="en-US" altLang="zh-CN"/>
              <a:t>Third level</a:t>
            </a:r>
          </a:p>
          <a:p>
            <a:pPr lvl="3"/>
            <a:r>
              <a:rPr lang="zh-CN" altLang="en-US"/>
              <a:t>四级段落内容  </a:t>
            </a:r>
            <a:r>
              <a:rPr lang="en-US" altLang="zh-CN"/>
              <a:t>Fourth level</a:t>
            </a:r>
          </a:p>
          <a:p>
            <a:pPr lvl="4"/>
            <a:r>
              <a:rPr lang="zh-CN" altLang="en-US"/>
              <a:t>五级段落内容  </a:t>
            </a:r>
            <a:r>
              <a:rPr lang="en-US" altLang="zh-CN"/>
              <a:t>Fifth level</a:t>
            </a:r>
            <a:endParaRPr lang="zh-CN" altLang="en-US"/>
          </a:p>
        </p:txBody>
      </p:sp>
      <p:sp>
        <p:nvSpPr>
          <p:cNvPr id="5" name="页脚占位符 4"/>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spc="600">
                <a:solidFill>
                  <a:schemeClr val="tx1">
                    <a:lumMod val="50000"/>
                    <a:lumOff val="50000"/>
                  </a:schemeClr>
                </a:solidFill>
              </a:defRPr>
            </a:lvl1pPr>
          </a:lstStyle>
          <a:p>
            <a:r>
              <a:rPr lang="zh-CN" altLang="en-US"/>
              <a:t>为数字世界寻找全局最优解</a:t>
            </a:r>
          </a:p>
        </p:txBody>
      </p:sp>
      <p:sp>
        <p:nvSpPr>
          <p:cNvPr id="4" name="日期占位符 3"/>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2024/8/23</a:t>
            </a:fld>
            <a:endParaRPr lang="en-US" altLang="zh-CN"/>
          </a:p>
        </p:txBody>
      </p:sp>
      <p:sp>
        <p:nvSpPr>
          <p:cNvPr id="6" name="灯片编号占位符 5"/>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t>‹#›</a:t>
            </a:fld>
            <a:endParaRPr lang="en-US" altLang="zh-CN"/>
          </a:p>
        </p:txBody>
      </p:sp>
      <p:pic>
        <p:nvPicPr>
          <p:cNvPr id="7" name="图片 6"/>
          <p:cNvPicPr>
            <a:picLocks noChangeAspect="1"/>
          </p:cNvPicPr>
          <p:nvPr userDrawn="1"/>
        </p:nvPicPr>
        <p:blipFill>
          <a:blip r:embed="rId11" cstate="screen"/>
          <a:srcRect/>
          <a:stretch>
            <a:fillRect/>
          </a:stretch>
        </p:blipFill>
        <p:spPr>
          <a:xfrm>
            <a:off x="9857206" y="6438901"/>
            <a:ext cx="1643432" cy="255645"/>
          </a:xfrm>
          <a:prstGeom prst="rect">
            <a:avLst/>
          </a:prstGeom>
        </p:spPr>
      </p:pic>
    </p:spTree>
    <p:extLst>
      <p:ext uri="{BB962C8B-B14F-4D97-AF65-F5344CB8AC3E}">
        <p14:creationId xmlns:p14="http://schemas.microsoft.com/office/powerpoint/2010/main" val="2827239584"/>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ea"/>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800" kern="1200">
          <a:solidFill>
            <a:schemeClr val="tx1"/>
          </a:solidFill>
          <a:latin typeface="+mn-ea"/>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mn-ea"/>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ea"/>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ea"/>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519318"/>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Lst>
  <p:hf sldNum="0" hdr="0" ftr="0" dt="0"/>
  <p:txStyles>
    <p:titleStyle>
      <a:lvl1pPr lvl="0" algn="l" defTabSz="914400">
        <a:lnSpc>
          <a:spcPct val="90000"/>
        </a:lnSpc>
        <a:spcBef>
          <a:spcPct val="0"/>
        </a:spcBef>
        <a:buNone/>
        <a:defRPr sz="4400" kern="1200">
          <a:solidFill>
            <a:schemeClr val="tx1"/>
          </a:solidFill>
          <a:latin typeface="Arial Black"/>
          <a:ea typeface="微软雅黑"/>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Arial"/>
          <a:ea typeface="微软雅黑"/>
        </a:defRPr>
      </a:lvl1pPr>
      <a:lvl2pPr marL="685800" lvl="1" indent="-228600" algn="l" defTabSz="914400">
        <a:lnSpc>
          <a:spcPct val="90000"/>
        </a:lnSpc>
        <a:spcBef>
          <a:spcPts val="500"/>
        </a:spcBef>
        <a:buFont typeface="Arial" charset="0"/>
        <a:buChar char="•"/>
        <a:defRPr sz="2400" kern="1200">
          <a:solidFill>
            <a:schemeClr val="tx1"/>
          </a:solidFill>
          <a:latin typeface="Arial"/>
          <a:ea typeface="微软雅黑"/>
        </a:defRPr>
      </a:lvl2pPr>
      <a:lvl3pPr marL="1143000" lvl="2" indent="-228600" algn="l" defTabSz="914400">
        <a:lnSpc>
          <a:spcPct val="90000"/>
        </a:lnSpc>
        <a:spcBef>
          <a:spcPts val="500"/>
        </a:spcBef>
        <a:buFont typeface="Arial" charset="0"/>
        <a:buChar char="•"/>
        <a:defRPr sz="2000" kern="1200">
          <a:solidFill>
            <a:schemeClr val="tx1"/>
          </a:solidFill>
          <a:latin typeface="Arial"/>
          <a:ea typeface="微软雅黑"/>
        </a:defRPr>
      </a:lvl3pPr>
      <a:lvl4pPr marL="1600200" lvl="3" indent="-228600" algn="l" defTabSz="914400">
        <a:lnSpc>
          <a:spcPct val="90000"/>
        </a:lnSpc>
        <a:spcBef>
          <a:spcPts val="500"/>
        </a:spcBef>
        <a:buFont typeface="Arial" charset="0"/>
        <a:buChar char="•"/>
        <a:defRPr sz="1800" kern="1200">
          <a:solidFill>
            <a:schemeClr val="tx1"/>
          </a:solidFill>
          <a:latin typeface="Arial"/>
          <a:ea typeface="微软雅黑"/>
        </a:defRPr>
      </a:lvl4pPr>
      <a:lvl5pPr marL="2057400" lvl="4" indent="-228600" algn="l" defTabSz="914400">
        <a:lnSpc>
          <a:spcPct val="90000"/>
        </a:lnSpc>
        <a:spcBef>
          <a:spcPts val="500"/>
        </a:spcBef>
        <a:buFont typeface="Arial" charset="0"/>
        <a:buChar char="•"/>
        <a:defRPr sz="1800" kern="1200">
          <a:solidFill>
            <a:schemeClr val="tx1"/>
          </a:solidFill>
          <a:latin typeface="Arial"/>
          <a:ea typeface="微软雅黑"/>
        </a:defRPr>
      </a:lvl5pPr>
      <a:lvl6pPr marL="2514600" lvl="5" indent="-228600" algn="l" defTabSz="914400">
        <a:lnSpc>
          <a:spcPct val="90000"/>
        </a:lnSpc>
        <a:spcBef>
          <a:spcPts val="500"/>
        </a:spcBef>
        <a:buFont typeface="Arial" charset="0"/>
        <a:buChar char="•"/>
        <a:defRPr sz="1800" kern="1200">
          <a:solidFill>
            <a:schemeClr val="tx1"/>
          </a:solidFill>
          <a:latin typeface="Arial"/>
          <a:ea typeface="微软雅黑"/>
        </a:defRPr>
      </a:lvl6pPr>
      <a:lvl7pPr marL="2971800" lvl="6" indent="-228600" algn="l" defTabSz="914400">
        <a:lnSpc>
          <a:spcPct val="90000"/>
        </a:lnSpc>
        <a:spcBef>
          <a:spcPts val="500"/>
        </a:spcBef>
        <a:buFont typeface="Arial" charset="0"/>
        <a:buChar char="•"/>
        <a:defRPr sz="1800" kern="1200">
          <a:solidFill>
            <a:schemeClr val="tx1"/>
          </a:solidFill>
          <a:latin typeface="Arial"/>
          <a:ea typeface="微软雅黑"/>
        </a:defRPr>
      </a:lvl7pPr>
      <a:lvl8pPr marL="3429000" lvl="7" indent="-228600" algn="l" defTabSz="914400">
        <a:lnSpc>
          <a:spcPct val="90000"/>
        </a:lnSpc>
        <a:spcBef>
          <a:spcPts val="500"/>
        </a:spcBef>
        <a:buFont typeface="Arial" charset="0"/>
        <a:buChar char="•"/>
        <a:defRPr sz="1800" kern="1200">
          <a:solidFill>
            <a:schemeClr val="tx1"/>
          </a:solidFill>
          <a:latin typeface="Arial"/>
          <a:ea typeface="微软雅黑"/>
        </a:defRPr>
      </a:lvl8pPr>
      <a:lvl9pPr marL="3886200" lvl="8" indent="-228600" algn="l" defTabSz="914400">
        <a:lnSpc>
          <a:spcPct val="90000"/>
        </a:lnSpc>
        <a:spcBef>
          <a:spcPts val="500"/>
        </a:spcBef>
        <a:buFont typeface="Arial" charset="0"/>
        <a:buChar char="•"/>
        <a:defRPr sz="1800" kern="1200">
          <a:solidFill>
            <a:schemeClr val="tx1"/>
          </a:solidFill>
          <a:latin typeface="Arial"/>
          <a:ea typeface="微软雅黑"/>
        </a:defRPr>
      </a:lvl9pPr>
    </p:bodyStyle>
    <p:otherStyle>
      <a:lvl1pPr marL="0" lvl="0" algn="l" defTabSz="914400">
        <a:defRPr sz="1800" kern="1200">
          <a:solidFill>
            <a:schemeClr val="tx1"/>
          </a:solidFill>
          <a:latin typeface="Arial"/>
          <a:ea typeface="微软雅黑"/>
        </a:defRPr>
      </a:lvl1pPr>
      <a:lvl2pPr marL="457200" lvl="1" algn="l" defTabSz="914400">
        <a:defRPr sz="1800" kern="1200">
          <a:solidFill>
            <a:schemeClr val="tx1"/>
          </a:solidFill>
          <a:latin typeface="Arial"/>
          <a:ea typeface="微软雅黑"/>
        </a:defRPr>
      </a:lvl2pPr>
      <a:lvl3pPr marL="914400" lvl="2" algn="l" defTabSz="914400">
        <a:defRPr sz="1800" kern="1200">
          <a:solidFill>
            <a:schemeClr val="tx1"/>
          </a:solidFill>
          <a:latin typeface="Arial"/>
          <a:ea typeface="微软雅黑"/>
        </a:defRPr>
      </a:lvl3pPr>
      <a:lvl4pPr marL="1371600" lvl="3" algn="l" defTabSz="914400">
        <a:defRPr sz="1800" kern="1200">
          <a:solidFill>
            <a:schemeClr val="tx1"/>
          </a:solidFill>
          <a:latin typeface="Arial"/>
          <a:ea typeface="微软雅黑"/>
        </a:defRPr>
      </a:lvl4pPr>
      <a:lvl5pPr marL="1828800" lvl="4" algn="l" defTabSz="914400">
        <a:defRPr sz="1800" kern="1200">
          <a:solidFill>
            <a:schemeClr val="tx1"/>
          </a:solidFill>
          <a:latin typeface="Arial"/>
          <a:ea typeface="微软雅黑"/>
        </a:defRPr>
      </a:lvl5pPr>
      <a:lvl6pPr marL="2286000" lvl="5" algn="l" defTabSz="914400">
        <a:defRPr sz="1800" kern="1200">
          <a:solidFill>
            <a:schemeClr val="tx1"/>
          </a:solidFill>
          <a:latin typeface="Arial"/>
          <a:ea typeface="微软雅黑"/>
        </a:defRPr>
      </a:lvl6pPr>
      <a:lvl7pPr marL="2743200" lvl="6" algn="l" defTabSz="914400">
        <a:defRPr sz="1800" kern="1200">
          <a:solidFill>
            <a:schemeClr val="tx1"/>
          </a:solidFill>
          <a:latin typeface="Arial"/>
          <a:ea typeface="微软雅黑"/>
        </a:defRPr>
      </a:lvl7pPr>
      <a:lvl8pPr marL="3200400" lvl="7" algn="l" defTabSz="914400">
        <a:defRPr sz="1800" kern="1200">
          <a:solidFill>
            <a:schemeClr val="tx1"/>
          </a:solidFill>
          <a:latin typeface="Arial"/>
          <a:ea typeface="微软雅黑"/>
        </a:defRPr>
      </a:lvl8pPr>
      <a:lvl9pPr marL="3657600" lvl="8" algn="l" defTabSz="914400">
        <a:defRPr sz="1800" kern="1200">
          <a:solidFill>
            <a:schemeClr val="tx1"/>
          </a:solidFill>
          <a:latin typeface="Arial"/>
          <a:ea typeface="微软雅黑"/>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文本&#10;&#10;描述已自动生成">
            <a:extLst>
              <a:ext uri="{FF2B5EF4-FFF2-40B4-BE49-F238E27FC236}">
                <a16:creationId xmlns:a16="http://schemas.microsoft.com/office/drawing/2014/main" id="{EF7C0DB9-EBAA-065B-4EBD-957B1004B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65" y="216322"/>
            <a:ext cx="12018069" cy="6113357"/>
          </a:xfrm>
          <a:prstGeom prst="rect">
            <a:avLst/>
          </a:prstGeom>
        </p:spPr>
      </p:pic>
    </p:spTree>
    <p:extLst>
      <p:ext uri="{BB962C8B-B14F-4D97-AF65-F5344CB8AC3E}">
        <p14:creationId xmlns:p14="http://schemas.microsoft.com/office/powerpoint/2010/main" val="3688638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59E3251-A53F-A58E-73A4-423E610C38CD}"/>
              </a:ext>
            </a:extLst>
          </p:cNvPr>
          <p:cNvPicPr>
            <a:picLocks noChangeAspect="1"/>
          </p:cNvPicPr>
          <p:nvPr/>
        </p:nvPicPr>
        <p:blipFill>
          <a:blip r:embed="rId2"/>
          <a:stretch>
            <a:fillRect/>
          </a:stretch>
        </p:blipFill>
        <p:spPr>
          <a:xfrm>
            <a:off x="164946" y="202019"/>
            <a:ext cx="11863464" cy="6337004"/>
          </a:xfrm>
          <a:prstGeom prst="rect">
            <a:avLst/>
          </a:prstGeom>
        </p:spPr>
      </p:pic>
    </p:spTree>
    <p:extLst>
      <p:ext uri="{BB962C8B-B14F-4D97-AF65-F5344CB8AC3E}">
        <p14:creationId xmlns:p14="http://schemas.microsoft.com/office/powerpoint/2010/main" val="102223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占位符 5">
            <a:extLst>
              <a:ext uri="{FF2B5EF4-FFF2-40B4-BE49-F238E27FC236}">
                <a16:creationId xmlns:a16="http://schemas.microsoft.com/office/drawing/2014/main" id="{31DB7BE4-B354-1482-6C22-70564BBB64D5}"/>
              </a:ext>
            </a:extLst>
          </p:cNvPr>
          <p:cNvSpPr>
            <a:spLocks noGrp="1"/>
          </p:cNvSpPr>
          <p:nvPr/>
        </p:nvSpPr>
        <p:spPr>
          <a:xfrm>
            <a:off x="193848" y="105292"/>
            <a:ext cx="10792235" cy="619179"/>
          </a:xfrm>
          <a:prstGeom prst="rect">
            <a:avLst/>
          </a:prstGeom>
          <a:noFill/>
        </p:spPr>
        <p:txBody>
          <a:bodyPr vert="horz" lIns="91440" tIns="45720" rIns="91440" bIns="45720" anchor="ctr">
            <a:normAutofit/>
          </a:bodyPr>
          <a:lstStyle>
            <a:lvl1pPr lvl="0" algn="l" defTabSz="914400">
              <a:lnSpc>
                <a:spcPct val="90000"/>
              </a:lnSpc>
              <a:spcBef>
                <a:spcPct val="0"/>
              </a:spcBef>
              <a:buNone/>
              <a:defRPr sz="2800" b="1" kern="1200">
                <a:solidFill>
                  <a:schemeClr val="tx1"/>
                </a:solidFill>
                <a:latin typeface="微软雅黑"/>
                <a:ea typeface="微软雅黑"/>
              </a:defRPr>
            </a:lvl1pPr>
          </a:lstStyle>
          <a:p>
            <a:pPr marL="0" marR="0" lvl="0" indent="0" algn="l" defTabSz="914400" eaLnBrk="1" fontAlgn="auto" latinLnBrk="0" hangingPunct="1">
              <a:lnSpc>
                <a:spcPct val="90000"/>
              </a:lnSpc>
              <a:spcBef>
                <a:spcPct val="0"/>
              </a:spcBef>
              <a:spcAft>
                <a:spcPts val="0"/>
              </a:spcAft>
              <a:buClrTx/>
              <a:buSzTx/>
              <a:buFontTx/>
              <a:buNone/>
              <a:tabLst/>
              <a:defRPr/>
            </a:pPr>
            <a:endParaRPr kumimoji="0" lang="zh-CN" altLang="zh-CN" sz="2800" b="1" i="0" u="none" strike="noStrike" kern="1200" cap="none" spc="0" normalizeH="0" baseline="0" noProof="0" dirty="0">
              <a:ln>
                <a:noFill/>
              </a:ln>
              <a:solidFill>
                <a:srgbClr val="1B1C1D"/>
              </a:solidFill>
              <a:effectLst/>
              <a:uLnTx/>
              <a:uFillTx/>
              <a:latin typeface="微软雅黑"/>
              <a:ea typeface="微软雅黑"/>
            </a:endParaRPr>
          </a:p>
        </p:txBody>
      </p:sp>
      <p:pic>
        <p:nvPicPr>
          <p:cNvPr id="5" name="图片 4">
            <a:extLst>
              <a:ext uri="{FF2B5EF4-FFF2-40B4-BE49-F238E27FC236}">
                <a16:creationId xmlns:a16="http://schemas.microsoft.com/office/drawing/2014/main" id="{C532BE64-B6A5-F059-8498-4603BF911EED}"/>
              </a:ext>
            </a:extLst>
          </p:cNvPr>
          <p:cNvPicPr>
            <a:picLocks noChangeAspect="1"/>
          </p:cNvPicPr>
          <p:nvPr/>
        </p:nvPicPr>
        <p:blipFill>
          <a:blip r:embed="rId2"/>
          <a:stretch>
            <a:fillRect/>
          </a:stretch>
        </p:blipFill>
        <p:spPr>
          <a:xfrm>
            <a:off x="113898" y="105292"/>
            <a:ext cx="11964204" cy="6019061"/>
          </a:xfrm>
          <a:prstGeom prst="rect">
            <a:avLst/>
          </a:prstGeom>
        </p:spPr>
      </p:pic>
    </p:spTree>
    <p:extLst>
      <p:ext uri="{BB962C8B-B14F-4D97-AF65-F5344CB8AC3E}">
        <p14:creationId xmlns:p14="http://schemas.microsoft.com/office/powerpoint/2010/main" val="4239797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3764" y="193236"/>
            <a:ext cx="10792235" cy="619179"/>
          </a:xfrm>
          <a:prstGeom prst="rect">
            <a:avLst/>
          </a:prstGeom>
        </p:spPr>
        <p:txBody>
          <a:bodyPr vert="horz" lIns="91440" tIns="45720" rIns="91440" bIns="45720" anchor="ctr"/>
          <a:lstStyle>
            <a:lvl1pPr lvl="0" algn="l" defTabSz="914400">
              <a:lnSpc>
                <a:spcPct val="90000"/>
              </a:lnSpc>
              <a:spcBef>
                <a:spcPct val="0"/>
              </a:spcBef>
              <a:buNone/>
              <a:defRPr sz="2800" b="1" kern="1200">
                <a:solidFill>
                  <a:schemeClr val="tx1"/>
                </a:solidFill>
                <a:latin typeface="微软雅黑"/>
                <a:ea typeface="微软雅黑"/>
              </a:defRPr>
            </a:lvl1pPr>
          </a:lstStyle>
          <a:p>
            <a:pPr lvl="0"/>
            <a:r>
              <a:rPr lang="zh-CN" altLang="en-US" dirty="0"/>
              <a:t>大模型应用场景落地关键要素</a:t>
            </a:r>
            <a:endParaRPr lang="zh-CN" altLang="zh-CN" dirty="0"/>
          </a:p>
        </p:txBody>
      </p:sp>
      <p:sp>
        <p:nvSpPr>
          <p:cNvPr id="23" name="矩形 22"/>
          <p:cNvSpPr/>
          <p:nvPr/>
        </p:nvSpPr>
        <p:spPr>
          <a:xfrm>
            <a:off x="172996" y="345990"/>
            <a:ext cx="148281" cy="321276"/>
          </a:xfrm>
          <a:prstGeom prst="rect">
            <a:avLst/>
          </a:prstGeom>
          <a:solidFill>
            <a:schemeClr val="accent2"/>
          </a:solidFill>
          <a:ln>
            <a:noFill/>
          </a:ln>
        </p:spPr>
        <p:txBody>
          <a:bodyPr anchor="ctr"/>
          <a:lst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srgbClr val="FEFEFE"/>
              </a:solidFill>
              <a:effectLst/>
              <a:uLnTx/>
              <a:uFillTx/>
              <a:latin typeface="微软雅黑"/>
              <a:ea typeface="微软雅黑"/>
              <a:cs typeface="+mn-cs"/>
            </a:endParaRPr>
          </a:p>
        </p:txBody>
      </p:sp>
      <p:sp>
        <p:nvSpPr>
          <p:cNvPr id="3" name="矩形: 圆角 72">
            <a:extLst>
              <a:ext uri="{FF2B5EF4-FFF2-40B4-BE49-F238E27FC236}">
                <a16:creationId xmlns:a16="http://schemas.microsoft.com/office/drawing/2014/main" id="{E9467E1C-ABA5-8802-2CB2-27AA2D11E3B6}"/>
              </a:ext>
            </a:extLst>
          </p:cNvPr>
          <p:cNvSpPr/>
          <p:nvPr/>
        </p:nvSpPr>
        <p:spPr>
          <a:xfrm>
            <a:off x="4331788" y="3885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4" name="矩形: 圆角 72">
            <a:extLst>
              <a:ext uri="{FF2B5EF4-FFF2-40B4-BE49-F238E27FC236}">
                <a16:creationId xmlns:a16="http://schemas.microsoft.com/office/drawing/2014/main" id="{29F1E228-25BC-BFA1-FCFA-9C94360D598A}"/>
              </a:ext>
            </a:extLst>
          </p:cNvPr>
          <p:cNvSpPr/>
          <p:nvPr/>
        </p:nvSpPr>
        <p:spPr>
          <a:xfrm>
            <a:off x="8008438" y="3885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5" name="矩形: 圆角 72">
            <a:extLst>
              <a:ext uri="{FF2B5EF4-FFF2-40B4-BE49-F238E27FC236}">
                <a16:creationId xmlns:a16="http://schemas.microsoft.com/office/drawing/2014/main" id="{E7E43EF7-B3D5-1193-B320-1C38D7226C97}"/>
              </a:ext>
            </a:extLst>
          </p:cNvPr>
          <p:cNvSpPr/>
          <p:nvPr/>
        </p:nvSpPr>
        <p:spPr>
          <a:xfrm>
            <a:off x="636088" y="3885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6" name="矩形: 圆角 72">
            <a:extLst>
              <a:ext uri="{FF2B5EF4-FFF2-40B4-BE49-F238E27FC236}">
                <a16:creationId xmlns:a16="http://schemas.microsoft.com/office/drawing/2014/main" id="{4690E87C-7BC8-FAA2-076C-8213CCEBD40C}"/>
              </a:ext>
            </a:extLst>
          </p:cNvPr>
          <p:cNvSpPr/>
          <p:nvPr/>
        </p:nvSpPr>
        <p:spPr>
          <a:xfrm>
            <a:off x="4331788" y="1218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7" name="矩形: 圆角 72">
            <a:extLst>
              <a:ext uri="{FF2B5EF4-FFF2-40B4-BE49-F238E27FC236}">
                <a16:creationId xmlns:a16="http://schemas.microsoft.com/office/drawing/2014/main" id="{BA949D28-D27A-AF73-B697-8EE273C979B4}"/>
              </a:ext>
            </a:extLst>
          </p:cNvPr>
          <p:cNvSpPr/>
          <p:nvPr/>
        </p:nvSpPr>
        <p:spPr>
          <a:xfrm>
            <a:off x="8008438" y="1218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8" name="矩形: 圆角 72">
            <a:extLst>
              <a:ext uri="{FF2B5EF4-FFF2-40B4-BE49-F238E27FC236}">
                <a16:creationId xmlns:a16="http://schemas.microsoft.com/office/drawing/2014/main" id="{3A186559-266C-217B-AE0E-7AF0CC8512EC}"/>
              </a:ext>
            </a:extLst>
          </p:cNvPr>
          <p:cNvSpPr/>
          <p:nvPr/>
        </p:nvSpPr>
        <p:spPr>
          <a:xfrm>
            <a:off x="636088" y="1218424"/>
            <a:ext cx="3582336" cy="2543873"/>
          </a:xfrm>
          <a:prstGeom prst="roundRect">
            <a:avLst>
              <a:gd name="adj" fmla="val 10005"/>
            </a:avLst>
          </a:prstGeom>
          <a:solidFill>
            <a:srgbClr val="DBE4F3">
              <a:alpha val="68000"/>
            </a:srgbClr>
          </a:solidFill>
          <a:ln w="12700" cap="flat" cmpd="sng" algn="ctr">
            <a:gradFill>
              <a:gsLst>
                <a:gs pos="77000">
                  <a:srgbClr val="002C71">
                    <a:alpha val="10000"/>
                  </a:srgbClr>
                </a:gs>
                <a:gs pos="10000">
                  <a:srgbClr val="002C71"/>
                </a:gs>
                <a:gs pos="0">
                  <a:srgbClr val="002C71">
                    <a:alpha val="12000"/>
                  </a:srgbClr>
                </a:gs>
                <a:gs pos="25000">
                  <a:srgbClr val="002C71">
                    <a:alpha val="10000"/>
                  </a:srgbClr>
                </a:gs>
                <a:gs pos="88000">
                  <a:srgbClr val="002C71">
                    <a:alpha val="0"/>
                  </a:srgbClr>
                </a:gs>
              </a:gsLst>
              <a:lin ang="18900000" scaled="0"/>
            </a:gradFill>
            <a:prstDash val="solid"/>
            <a:miter lim="800000"/>
          </a:ln>
          <a:effectLst>
            <a:outerShdw blurRad="114300" dir="2100000" algn="tl" rotWithShape="0">
              <a:srgbClr val="FFFFFF">
                <a:lumMod val="85000"/>
                <a:alpha val="70000"/>
              </a:srgbClr>
            </a:outerShdw>
          </a:effectLst>
        </p:spPr>
        <p:txBody>
          <a:bodyPr lIns="179189" rIns="179189" rtlCol="0" anchor="ctr"/>
          <a:lstStyle/>
          <a:p>
            <a:pPr marL="0" marR="0" lvl="0" indent="0" algn="ctr" defTabSz="910590" rtl="0" eaLnBrk="1" fontAlgn="auto" latinLnBrk="0" hangingPunct="1">
              <a:lnSpc>
                <a:spcPct val="100000"/>
              </a:lnSpc>
              <a:spcBef>
                <a:spcPts val="0"/>
              </a:spcBef>
              <a:spcAft>
                <a:spcPts val="0"/>
              </a:spcAft>
              <a:buClrTx/>
              <a:buSzTx/>
              <a:buFontTx/>
              <a:buNone/>
              <a:tabLst/>
              <a:defRPr/>
            </a:pPr>
            <a:endParaRPr kumimoji="0" lang="zh-CN" altLang="en-US" sz="1395" b="0" i="0" u="none" strike="noStrike" kern="0" cap="none" spc="0" normalizeH="0" baseline="0" noProof="0">
              <a:ln>
                <a:noFill/>
              </a:ln>
              <a:solidFill>
                <a:prstClr val="white"/>
              </a:solidFill>
              <a:effectLst/>
              <a:uLnTx/>
              <a:uFillTx/>
              <a:latin typeface="Calibri"/>
              <a:ea typeface="等线" panose="02010600030101010101" pitchFamily="2" charset="-122"/>
              <a:cs typeface="+mn-ea"/>
            </a:endParaRPr>
          </a:p>
        </p:txBody>
      </p:sp>
      <p:sp>
        <p:nvSpPr>
          <p:cNvPr id="9" name="文本框 8">
            <a:extLst>
              <a:ext uri="{FF2B5EF4-FFF2-40B4-BE49-F238E27FC236}">
                <a16:creationId xmlns:a16="http://schemas.microsoft.com/office/drawing/2014/main" id="{31D58103-A7E3-0830-EE15-C7662FF1F9AA}"/>
              </a:ext>
            </a:extLst>
          </p:cNvPr>
          <p:cNvSpPr txBox="1"/>
          <p:nvPr/>
        </p:nvSpPr>
        <p:spPr>
          <a:xfrm>
            <a:off x="1206204" y="1389183"/>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数据处理</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10" name="组合 9">
            <a:extLst>
              <a:ext uri="{FF2B5EF4-FFF2-40B4-BE49-F238E27FC236}">
                <a16:creationId xmlns:a16="http://schemas.microsoft.com/office/drawing/2014/main" id="{9F58577B-9ED6-D48C-537E-312D8207306C}"/>
              </a:ext>
            </a:extLst>
          </p:cNvPr>
          <p:cNvGrpSpPr/>
          <p:nvPr/>
        </p:nvGrpSpPr>
        <p:grpSpPr>
          <a:xfrm>
            <a:off x="743076" y="1382146"/>
            <a:ext cx="417256" cy="417256"/>
            <a:chOff x="554537" y="2503724"/>
            <a:chExt cx="417256" cy="417256"/>
          </a:xfrm>
        </p:grpSpPr>
        <p:grpSp>
          <p:nvGrpSpPr>
            <p:cNvPr id="11" name="组合 10">
              <a:extLst>
                <a:ext uri="{FF2B5EF4-FFF2-40B4-BE49-F238E27FC236}">
                  <a16:creationId xmlns:a16="http://schemas.microsoft.com/office/drawing/2014/main" id="{34489DE8-7222-783D-0783-1CA49A07F98A}"/>
                </a:ext>
              </a:extLst>
            </p:cNvPr>
            <p:cNvGrpSpPr/>
            <p:nvPr/>
          </p:nvGrpSpPr>
          <p:grpSpPr>
            <a:xfrm>
              <a:off x="554537" y="2503724"/>
              <a:ext cx="417256" cy="417256"/>
              <a:chOff x="783526" y="1239960"/>
              <a:chExt cx="436440" cy="436440"/>
            </a:xfrm>
          </p:grpSpPr>
          <p:grpSp>
            <p:nvGrpSpPr>
              <p:cNvPr id="13" name="组合 12">
                <a:extLst>
                  <a:ext uri="{FF2B5EF4-FFF2-40B4-BE49-F238E27FC236}">
                    <a16:creationId xmlns:a16="http://schemas.microsoft.com/office/drawing/2014/main" id="{70C065CA-9EE8-09E4-04A9-62EDBC379632}"/>
                  </a:ext>
                </a:extLst>
              </p:cNvPr>
              <p:cNvGrpSpPr/>
              <p:nvPr/>
            </p:nvGrpSpPr>
            <p:grpSpPr>
              <a:xfrm>
                <a:off x="783526" y="1239960"/>
                <a:ext cx="436440" cy="436440"/>
                <a:chOff x="2696466" y="1882650"/>
                <a:chExt cx="925574" cy="925574"/>
              </a:xfrm>
            </p:grpSpPr>
            <p:sp>
              <p:nvSpPr>
                <p:cNvPr id="18" name="椭圆 17">
                  <a:extLst>
                    <a:ext uri="{FF2B5EF4-FFF2-40B4-BE49-F238E27FC236}">
                      <a16:creationId xmlns:a16="http://schemas.microsoft.com/office/drawing/2014/main" id="{1E970DF7-51D3-945C-F8EB-16E03CD98943}"/>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22" name="椭圆 21">
                  <a:extLst>
                    <a:ext uri="{FF2B5EF4-FFF2-40B4-BE49-F238E27FC236}">
                      <a16:creationId xmlns:a16="http://schemas.microsoft.com/office/drawing/2014/main" id="{4EFFEAB5-F7D6-3DEB-2C3F-D2AFBF7FF74C}"/>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17" name="椭圆 16">
                <a:extLst>
                  <a:ext uri="{FF2B5EF4-FFF2-40B4-BE49-F238E27FC236}">
                    <a16:creationId xmlns:a16="http://schemas.microsoft.com/office/drawing/2014/main" id="{ACF95425-3874-5F77-C256-21DDF826997B}"/>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12" name="椭圆 11">
              <a:extLst>
                <a:ext uri="{FF2B5EF4-FFF2-40B4-BE49-F238E27FC236}">
                  <a16:creationId xmlns:a16="http://schemas.microsoft.com/office/drawing/2014/main" id="{FF019A2B-9558-5AA2-FEF6-B9126931C32B}"/>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24" name="文本框 23">
            <a:extLst>
              <a:ext uri="{FF2B5EF4-FFF2-40B4-BE49-F238E27FC236}">
                <a16:creationId xmlns:a16="http://schemas.microsoft.com/office/drawing/2014/main" id="{BCE47DEE-8B0D-DC14-F979-381206374773}"/>
              </a:ext>
            </a:extLst>
          </p:cNvPr>
          <p:cNvSpPr txBox="1"/>
          <p:nvPr/>
        </p:nvSpPr>
        <p:spPr>
          <a:xfrm>
            <a:off x="991330" y="1878860"/>
            <a:ext cx="2910762"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icrosoft YaHei" panose="020B0503020204020204" pitchFamily="34" charset="-122"/>
                <a:ea typeface="微软雅黑"/>
                <a:cs typeface="+mn-cs"/>
              </a:rPr>
              <a:t>针对管理条例类型的数据，使用数据预处理程序的方式将每一个独立的条例处理成一个独立的语料块。</a:t>
            </a:r>
            <a:endParaRPr kumimoji="0" lang="en-US" altLang="zh-CN" sz="1200" b="0" i="0" u="none" strike="noStrike" kern="1200" cap="none" spc="0" normalizeH="0" baseline="0" noProof="0" dirty="0">
              <a:ln>
                <a:noFill/>
              </a:ln>
              <a:solidFill>
                <a:srgbClr val="2A2A2A"/>
              </a:solidFill>
              <a:effectLst/>
              <a:uLnTx/>
              <a:uFillTx/>
              <a:latin typeface="Microsoft YaHei" panose="020B0503020204020204" pitchFamily="34" charset="-122"/>
              <a:ea typeface="微软雅黑"/>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endParaRPr kumimoji="0" lang="en-US" altLang="zh-CN" sz="1200" b="0" i="0" u="none" strike="noStrike" kern="1200" cap="none" spc="0" normalizeH="0" baseline="0" noProof="0" dirty="0">
              <a:ln>
                <a:noFill/>
              </a:ln>
              <a:solidFill>
                <a:srgbClr val="2A2A2A"/>
              </a:solidFill>
              <a:effectLst/>
              <a:uLnTx/>
              <a:uFillTx/>
              <a:latin typeface="Microsoft YaHei" panose="020B0503020204020204" pitchFamily="34" charset="-122"/>
              <a:ea typeface="微软雅黑"/>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icrosoft YaHei" panose="020B0503020204020204" pitchFamily="34" charset="-122"/>
                <a:ea typeface="微软雅黑"/>
                <a:cs typeface="+mn-cs"/>
              </a:rPr>
              <a:t>针对拆分出来的数据，使用样本问题进行检查，主要检查的点检索出来的问题的排名准确性，最相关的问题是不是排名在最前面。</a:t>
            </a:r>
            <a:endParaRPr kumimoji="0" lang="en-US" altLang="zh-CN" sz="1200" b="0" i="0" u="none" strike="noStrike" kern="1200" cap="none" spc="0" normalizeH="0" baseline="0" noProof="0" dirty="0">
              <a:ln>
                <a:noFill/>
              </a:ln>
              <a:solidFill>
                <a:srgbClr val="2A2A2A"/>
              </a:solidFill>
              <a:effectLst/>
              <a:uLnTx/>
              <a:uFillTx/>
              <a:latin typeface="Microsoft YaHei" panose="020B0503020204020204" pitchFamily="34" charset="-122"/>
              <a:ea typeface="微软雅黑"/>
              <a:cs typeface="+mn-cs"/>
            </a:endParaRPr>
          </a:p>
        </p:txBody>
      </p:sp>
      <p:sp>
        <p:nvSpPr>
          <p:cNvPr id="25" name="文本框 24">
            <a:extLst>
              <a:ext uri="{FF2B5EF4-FFF2-40B4-BE49-F238E27FC236}">
                <a16:creationId xmlns:a16="http://schemas.microsoft.com/office/drawing/2014/main" id="{B529645B-86B3-44B9-91DD-7D0E50DE9063}"/>
              </a:ext>
            </a:extLst>
          </p:cNvPr>
          <p:cNvSpPr txBox="1"/>
          <p:nvPr/>
        </p:nvSpPr>
        <p:spPr>
          <a:xfrm>
            <a:off x="4856618" y="1389183"/>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提示词优化</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26" name="组合 25">
            <a:extLst>
              <a:ext uri="{FF2B5EF4-FFF2-40B4-BE49-F238E27FC236}">
                <a16:creationId xmlns:a16="http://schemas.microsoft.com/office/drawing/2014/main" id="{DFE1A3E7-30F5-07AF-27DB-9F717B2A8036}"/>
              </a:ext>
            </a:extLst>
          </p:cNvPr>
          <p:cNvGrpSpPr/>
          <p:nvPr/>
        </p:nvGrpSpPr>
        <p:grpSpPr>
          <a:xfrm>
            <a:off x="4393490" y="1382146"/>
            <a:ext cx="417256" cy="417256"/>
            <a:chOff x="554537" y="2503724"/>
            <a:chExt cx="417256" cy="417256"/>
          </a:xfrm>
        </p:grpSpPr>
        <p:grpSp>
          <p:nvGrpSpPr>
            <p:cNvPr id="27" name="组合 26">
              <a:extLst>
                <a:ext uri="{FF2B5EF4-FFF2-40B4-BE49-F238E27FC236}">
                  <a16:creationId xmlns:a16="http://schemas.microsoft.com/office/drawing/2014/main" id="{C715EF61-9ABA-3543-4C64-07FA47B7A7BA}"/>
                </a:ext>
              </a:extLst>
            </p:cNvPr>
            <p:cNvGrpSpPr/>
            <p:nvPr/>
          </p:nvGrpSpPr>
          <p:grpSpPr>
            <a:xfrm>
              <a:off x="554537" y="2503724"/>
              <a:ext cx="417256" cy="417256"/>
              <a:chOff x="783526" y="1239960"/>
              <a:chExt cx="436440" cy="436440"/>
            </a:xfrm>
          </p:grpSpPr>
          <p:grpSp>
            <p:nvGrpSpPr>
              <p:cNvPr id="29" name="组合 28">
                <a:extLst>
                  <a:ext uri="{FF2B5EF4-FFF2-40B4-BE49-F238E27FC236}">
                    <a16:creationId xmlns:a16="http://schemas.microsoft.com/office/drawing/2014/main" id="{E68E2E82-2CC4-7482-E23B-97FB3868CB08}"/>
                  </a:ext>
                </a:extLst>
              </p:cNvPr>
              <p:cNvGrpSpPr/>
              <p:nvPr/>
            </p:nvGrpSpPr>
            <p:grpSpPr>
              <a:xfrm>
                <a:off x="783526" y="1239960"/>
                <a:ext cx="436440" cy="436440"/>
                <a:chOff x="2696466" y="1882650"/>
                <a:chExt cx="925574" cy="925574"/>
              </a:xfrm>
            </p:grpSpPr>
            <p:sp>
              <p:nvSpPr>
                <p:cNvPr id="31" name="椭圆 30">
                  <a:extLst>
                    <a:ext uri="{FF2B5EF4-FFF2-40B4-BE49-F238E27FC236}">
                      <a16:creationId xmlns:a16="http://schemas.microsoft.com/office/drawing/2014/main" id="{A69C2D97-9C28-7D79-06E9-DF2E880FD00A}"/>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32" name="椭圆 31">
                  <a:extLst>
                    <a:ext uri="{FF2B5EF4-FFF2-40B4-BE49-F238E27FC236}">
                      <a16:creationId xmlns:a16="http://schemas.microsoft.com/office/drawing/2014/main" id="{19F60289-1B8E-BFCF-689A-B89E07D9FA93}"/>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30" name="椭圆 29">
                <a:extLst>
                  <a:ext uri="{FF2B5EF4-FFF2-40B4-BE49-F238E27FC236}">
                    <a16:creationId xmlns:a16="http://schemas.microsoft.com/office/drawing/2014/main" id="{1485E866-58D2-333F-4271-83D09CCBEA31}"/>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28" name="椭圆 27">
              <a:extLst>
                <a:ext uri="{FF2B5EF4-FFF2-40B4-BE49-F238E27FC236}">
                  <a16:creationId xmlns:a16="http://schemas.microsoft.com/office/drawing/2014/main" id="{88338A70-0269-FE79-4D9E-AFD8BB3E8A9F}"/>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33" name="文本框 32">
            <a:extLst>
              <a:ext uri="{FF2B5EF4-FFF2-40B4-BE49-F238E27FC236}">
                <a16:creationId xmlns:a16="http://schemas.microsoft.com/office/drawing/2014/main" id="{CAE0C459-29D4-0A3B-8D83-A39986E9A4E0}"/>
              </a:ext>
            </a:extLst>
          </p:cNvPr>
          <p:cNvSpPr txBox="1"/>
          <p:nvPr/>
        </p:nvSpPr>
        <p:spPr>
          <a:xfrm>
            <a:off x="4641744" y="1878860"/>
            <a:ext cx="3174572" cy="193899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针对客户特定对术语使用习惯，对模型向量化不友好的词语，通过数据字典转换为更合适的表达，比如将“移动介质”替换为“</a:t>
            </a:r>
            <a:r>
              <a:rPr kumimoji="0" lang="en-GB" altLang="zh-CN" sz="1200" b="0" i="0" u="none" strike="noStrike" kern="1200" cap="none" spc="0" normalizeH="0" baseline="0" noProof="0" dirty="0">
                <a:ln>
                  <a:noFill/>
                </a:ln>
                <a:solidFill>
                  <a:srgbClr val="2A2A2A"/>
                </a:solidFill>
                <a:effectLst/>
                <a:uLnTx/>
                <a:uFillTx/>
                <a:latin typeface="Mulish"/>
                <a:ea typeface="微软雅黑"/>
                <a:cs typeface="+mn-cs"/>
              </a:rPr>
              <a:t>U</a:t>
            </a: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盘”、“桌面计算机”替换为“办公电脑”。</a:t>
            </a: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对于语料中没有找到相关内容的时候，在有一些场景下是不希望大模型自己发挥的，所以需要调整提示词让大模型不要产生幻觉。</a:t>
            </a:r>
          </a:p>
        </p:txBody>
      </p:sp>
      <p:sp>
        <p:nvSpPr>
          <p:cNvPr id="34" name="文本框 33">
            <a:extLst>
              <a:ext uri="{FF2B5EF4-FFF2-40B4-BE49-F238E27FC236}">
                <a16:creationId xmlns:a16="http://schemas.microsoft.com/office/drawing/2014/main" id="{21DF16D0-2C0E-8D52-9262-8973F70E9799}"/>
              </a:ext>
            </a:extLst>
          </p:cNvPr>
          <p:cNvSpPr txBox="1"/>
          <p:nvPr/>
        </p:nvSpPr>
        <p:spPr>
          <a:xfrm>
            <a:off x="8584852" y="1389183"/>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向量查询</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35" name="组合 34">
            <a:extLst>
              <a:ext uri="{FF2B5EF4-FFF2-40B4-BE49-F238E27FC236}">
                <a16:creationId xmlns:a16="http://schemas.microsoft.com/office/drawing/2014/main" id="{11CDA73A-4568-41C1-CE88-EDC43F9A89D2}"/>
              </a:ext>
            </a:extLst>
          </p:cNvPr>
          <p:cNvGrpSpPr/>
          <p:nvPr/>
        </p:nvGrpSpPr>
        <p:grpSpPr>
          <a:xfrm>
            <a:off x="8121724" y="1382146"/>
            <a:ext cx="417256" cy="417256"/>
            <a:chOff x="554537" y="2503724"/>
            <a:chExt cx="417256" cy="417256"/>
          </a:xfrm>
        </p:grpSpPr>
        <p:grpSp>
          <p:nvGrpSpPr>
            <p:cNvPr id="36" name="组合 35">
              <a:extLst>
                <a:ext uri="{FF2B5EF4-FFF2-40B4-BE49-F238E27FC236}">
                  <a16:creationId xmlns:a16="http://schemas.microsoft.com/office/drawing/2014/main" id="{4D0E3556-E807-FDF7-6107-6FAFA57BCE06}"/>
                </a:ext>
              </a:extLst>
            </p:cNvPr>
            <p:cNvGrpSpPr/>
            <p:nvPr/>
          </p:nvGrpSpPr>
          <p:grpSpPr>
            <a:xfrm>
              <a:off x="554537" y="2503724"/>
              <a:ext cx="417256" cy="417256"/>
              <a:chOff x="783526" y="1239960"/>
              <a:chExt cx="436440" cy="436440"/>
            </a:xfrm>
          </p:grpSpPr>
          <p:grpSp>
            <p:nvGrpSpPr>
              <p:cNvPr id="38" name="组合 37">
                <a:extLst>
                  <a:ext uri="{FF2B5EF4-FFF2-40B4-BE49-F238E27FC236}">
                    <a16:creationId xmlns:a16="http://schemas.microsoft.com/office/drawing/2014/main" id="{B72A7DCB-6155-958C-5E8B-276A7CE71DC4}"/>
                  </a:ext>
                </a:extLst>
              </p:cNvPr>
              <p:cNvGrpSpPr/>
              <p:nvPr/>
            </p:nvGrpSpPr>
            <p:grpSpPr>
              <a:xfrm>
                <a:off x="783526" y="1239960"/>
                <a:ext cx="436440" cy="436440"/>
                <a:chOff x="2696466" y="1882650"/>
                <a:chExt cx="925574" cy="925574"/>
              </a:xfrm>
            </p:grpSpPr>
            <p:sp>
              <p:nvSpPr>
                <p:cNvPr id="40" name="椭圆 39">
                  <a:extLst>
                    <a:ext uri="{FF2B5EF4-FFF2-40B4-BE49-F238E27FC236}">
                      <a16:creationId xmlns:a16="http://schemas.microsoft.com/office/drawing/2014/main" id="{0A71DA82-ADA0-4093-5AD3-B3F5B8CAB0EA}"/>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41" name="椭圆 40">
                  <a:extLst>
                    <a:ext uri="{FF2B5EF4-FFF2-40B4-BE49-F238E27FC236}">
                      <a16:creationId xmlns:a16="http://schemas.microsoft.com/office/drawing/2014/main" id="{19A5B82F-84E3-09B6-4647-8B10AC06A34A}"/>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39" name="椭圆 38">
                <a:extLst>
                  <a:ext uri="{FF2B5EF4-FFF2-40B4-BE49-F238E27FC236}">
                    <a16:creationId xmlns:a16="http://schemas.microsoft.com/office/drawing/2014/main" id="{9893DB9E-AD33-220C-6C04-EE14FC63EA7E}"/>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37" name="椭圆 36">
              <a:extLst>
                <a:ext uri="{FF2B5EF4-FFF2-40B4-BE49-F238E27FC236}">
                  <a16:creationId xmlns:a16="http://schemas.microsoft.com/office/drawing/2014/main" id="{8042AE8F-A4BC-955A-CECB-0B63942651EA}"/>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42" name="文本框 41">
            <a:extLst>
              <a:ext uri="{FF2B5EF4-FFF2-40B4-BE49-F238E27FC236}">
                <a16:creationId xmlns:a16="http://schemas.microsoft.com/office/drawing/2014/main" id="{6CCFFFC2-9274-18BB-2C6A-5BCA234DE9B0}"/>
              </a:ext>
            </a:extLst>
          </p:cNvPr>
          <p:cNvSpPr txBox="1"/>
          <p:nvPr/>
        </p:nvSpPr>
        <p:spPr>
          <a:xfrm>
            <a:off x="8369978" y="1878860"/>
            <a:ext cx="3188184" cy="175432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在向量查询的过程，适当提高语料块查询结果的个数，这样在语料质量不确定的情况下，能够查询到和问题比较相关的语料块。</a:t>
            </a: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同时，也适当调大相似度参数，以此来命中相关的语料，在语料质量不是非常高的情况下，可以设置稍微大一点的值来查询到需要的语料块。</a:t>
            </a:r>
          </a:p>
        </p:txBody>
      </p:sp>
      <p:sp>
        <p:nvSpPr>
          <p:cNvPr id="43" name="文本框 42">
            <a:extLst>
              <a:ext uri="{FF2B5EF4-FFF2-40B4-BE49-F238E27FC236}">
                <a16:creationId xmlns:a16="http://schemas.microsoft.com/office/drawing/2014/main" id="{7B0EE523-0B33-FDEA-9EAB-64CA06549843}"/>
              </a:ext>
            </a:extLst>
          </p:cNvPr>
          <p:cNvSpPr txBox="1"/>
          <p:nvPr/>
        </p:nvSpPr>
        <p:spPr>
          <a:xfrm>
            <a:off x="1206204" y="4074016"/>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大模型参数</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44" name="组合 43">
            <a:extLst>
              <a:ext uri="{FF2B5EF4-FFF2-40B4-BE49-F238E27FC236}">
                <a16:creationId xmlns:a16="http://schemas.microsoft.com/office/drawing/2014/main" id="{16756882-0D06-041C-10CF-5B8054EE1730}"/>
              </a:ext>
            </a:extLst>
          </p:cNvPr>
          <p:cNvGrpSpPr/>
          <p:nvPr/>
        </p:nvGrpSpPr>
        <p:grpSpPr>
          <a:xfrm>
            <a:off x="743076" y="4066979"/>
            <a:ext cx="417256" cy="417256"/>
            <a:chOff x="554537" y="2503724"/>
            <a:chExt cx="417256" cy="417256"/>
          </a:xfrm>
        </p:grpSpPr>
        <p:grpSp>
          <p:nvGrpSpPr>
            <p:cNvPr id="45" name="组合 44">
              <a:extLst>
                <a:ext uri="{FF2B5EF4-FFF2-40B4-BE49-F238E27FC236}">
                  <a16:creationId xmlns:a16="http://schemas.microsoft.com/office/drawing/2014/main" id="{7A4B32E9-4146-19A8-DAB4-022899F0B210}"/>
                </a:ext>
              </a:extLst>
            </p:cNvPr>
            <p:cNvGrpSpPr/>
            <p:nvPr/>
          </p:nvGrpSpPr>
          <p:grpSpPr>
            <a:xfrm>
              <a:off x="554537" y="2503724"/>
              <a:ext cx="417256" cy="417256"/>
              <a:chOff x="783526" y="1239960"/>
              <a:chExt cx="436440" cy="436440"/>
            </a:xfrm>
          </p:grpSpPr>
          <p:grpSp>
            <p:nvGrpSpPr>
              <p:cNvPr id="47" name="组合 46">
                <a:extLst>
                  <a:ext uri="{FF2B5EF4-FFF2-40B4-BE49-F238E27FC236}">
                    <a16:creationId xmlns:a16="http://schemas.microsoft.com/office/drawing/2014/main" id="{23F12C05-1C3C-2EF0-FDEF-2181390CD8AE}"/>
                  </a:ext>
                </a:extLst>
              </p:cNvPr>
              <p:cNvGrpSpPr/>
              <p:nvPr/>
            </p:nvGrpSpPr>
            <p:grpSpPr>
              <a:xfrm>
                <a:off x="783526" y="1239960"/>
                <a:ext cx="436440" cy="436440"/>
                <a:chOff x="2696466" y="1882650"/>
                <a:chExt cx="925574" cy="925574"/>
              </a:xfrm>
            </p:grpSpPr>
            <p:sp>
              <p:nvSpPr>
                <p:cNvPr id="49" name="椭圆 48">
                  <a:extLst>
                    <a:ext uri="{FF2B5EF4-FFF2-40B4-BE49-F238E27FC236}">
                      <a16:creationId xmlns:a16="http://schemas.microsoft.com/office/drawing/2014/main" id="{FA79B4A6-F0F2-AEB7-0052-DA826A0C259B}"/>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50" name="椭圆 49">
                  <a:extLst>
                    <a:ext uri="{FF2B5EF4-FFF2-40B4-BE49-F238E27FC236}">
                      <a16:creationId xmlns:a16="http://schemas.microsoft.com/office/drawing/2014/main" id="{B2D063BD-5CD9-147E-AE03-3A8A72B48392}"/>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48" name="椭圆 47">
                <a:extLst>
                  <a:ext uri="{FF2B5EF4-FFF2-40B4-BE49-F238E27FC236}">
                    <a16:creationId xmlns:a16="http://schemas.microsoft.com/office/drawing/2014/main" id="{0FF123D1-2869-7176-D30B-98DC8AB9A1A3}"/>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46" name="椭圆 45">
              <a:extLst>
                <a:ext uri="{FF2B5EF4-FFF2-40B4-BE49-F238E27FC236}">
                  <a16:creationId xmlns:a16="http://schemas.microsoft.com/office/drawing/2014/main" id="{2FAFA21F-8832-0292-9057-D4AA8CD80CE1}"/>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51" name="文本框 50">
            <a:extLst>
              <a:ext uri="{FF2B5EF4-FFF2-40B4-BE49-F238E27FC236}">
                <a16:creationId xmlns:a16="http://schemas.microsoft.com/office/drawing/2014/main" id="{0E87ABD1-A5F6-5316-A5C3-8981FAE0730F}"/>
              </a:ext>
            </a:extLst>
          </p:cNvPr>
          <p:cNvSpPr txBox="1"/>
          <p:nvPr/>
        </p:nvSpPr>
        <p:spPr>
          <a:xfrm>
            <a:off x="991330" y="4563693"/>
            <a:ext cx="2910762" cy="12003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针对规章制度场景，调小大模型问答的</a:t>
            </a:r>
            <a:r>
              <a:rPr kumimoji="0" lang="en-GB" altLang="zh-CN" sz="1200" b="0" i="0" u="none" strike="noStrike" kern="1200" cap="none" spc="0" normalizeH="0" baseline="0" noProof="0" dirty="0">
                <a:ln>
                  <a:noFill/>
                </a:ln>
                <a:solidFill>
                  <a:srgbClr val="2A2A2A"/>
                </a:solidFill>
                <a:effectLst/>
                <a:uLnTx/>
                <a:uFillTx/>
                <a:latin typeface="Mulish"/>
                <a:ea typeface="微软雅黑"/>
                <a:cs typeface="+mn-cs"/>
              </a:rPr>
              <a:t>temperature</a:t>
            </a: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 ，因为这个参数的值越小，代表让大模型的发散程度越低，因为规章制度场景需要准确性，而且每次的回答的结果应该要尽量保持一致。</a:t>
            </a:r>
          </a:p>
        </p:txBody>
      </p:sp>
      <p:sp>
        <p:nvSpPr>
          <p:cNvPr id="52" name="文本框 51">
            <a:extLst>
              <a:ext uri="{FF2B5EF4-FFF2-40B4-BE49-F238E27FC236}">
                <a16:creationId xmlns:a16="http://schemas.microsoft.com/office/drawing/2014/main" id="{B68D5D04-D5F1-8347-C8AB-AA35B0E24693}"/>
              </a:ext>
            </a:extLst>
          </p:cNvPr>
          <p:cNvSpPr txBox="1"/>
          <p:nvPr/>
        </p:nvSpPr>
        <p:spPr>
          <a:xfrm>
            <a:off x="4856618" y="4074016"/>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大模型选型</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53" name="组合 52">
            <a:extLst>
              <a:ext uri="{FF2B5EF4-FFF2-40B4-BE49-F238E27FC236}">
                <a16:creationId xmlns:a16="http://schemas.microsoft.com/office/drawing/2014/main" id="{2E3766BB-2539-CF88-0242-AFAA9BC96609}"/>
              </a:ext>
            </a:extLst>
          </p:cNvPr>
          <p:cNvGrpSpPr/>
          <p:nvPr/>
        </p:nvGrpSpPr>
        <p:grpSpPr>
          <a:xfrm>
            <a:off x="4393490" y="4066979"/>
            <a:ext cx="417256" cy="417256"/>
            <a:chOff x="554537" y="2503724"/>
            <a:chExt cx="417256" cy="417256"/>
          </a:xfrm>
        </p:grpSpPr>
        <p:grpSp>
          <p:nvGrpSpPr>
            <p:cNvPr id="54" name="组合 53">
              <a:extLst>
                <a:ext uri="{FF2B5EF4-FFF2-40B4-BE49-F238E27FC236}">
                  <a16:creationId xmlns:a16="http://schemas.microsoft.com/office/drawing/2014/main" id="{41CA9DA1-BDDB-CE2E-4E52-94FE59E31CD5}"/>
                </a:ext>
              </a:extLst>
            </p:cNvPr>
            <p:cNvGrpSpPr/>
            <p:nvPr/>
          </p:nvGrpSpPr>
          <p:grpSpPr>
            <a:xfrm>
              <a:off x="554537" y="2503724"/>
              <a:ext cx="417256" cy="417256"/>
              <a:chOff x="783526" y="1239960"/>
              <a:chExt cx="436440" cy="436440"/>
            </a:xfrm>
          </p:grpSpPr>
          <p:grpSp>
            <p:nvGrpSpPr>
              <p:cNvPr id="56" name="组合 55">
                <a:extLst>
                  <a:ext uri="{FF2B5EF4-FFF2-40B4-BE49-F238E27FC236}">
                    <a16:creationId xmlns:a16="http://schemas.microsoft.com/office/drawing/2014/main" id="{6F29D857-F838-0F56-0E9C-D0D6C3BC9D3B}"/>
                  </a:ext>
                </a:extLst>
              </p:cNvPr>
              <p:cNvGrpSpPr/>
              <p:nvPr/>
            </p:nvGrpSpPr>
            <p:grpSpPr>
              <a:xfrm>
                <a:off x="783526" y="1239960"/>
                <a:ext cx="436440" cy="436440"/>
                <a:chOff x="2696466" y="1882650"/>
                <a:chExt cx="925574" cy="925574"/>
              </a:xfrm>
            </p:grpSpPr>
            <p:sp>
              <p:nvSpPr>
                <p:cNvPr id="58" name="椭圆 57">
                  <a:extLst>
                    <a:ext uri="{FF2B5EF4-FFF2-40B4-BE49-F238E27FC236}">
                      <a16:creationId xmlns:a16="http://schemas.microsoft.com/office/drawing/2014/main" id="{ECAC5AF5-49CB-0F63-2110-03C2201868E1}"/>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59" name="椭圆 58">
                  <a:extLst>
                    <a:ext uri="{FF2B5EF4-FFF2-40B4-BE49-F238E27FC236}">
                      <a16:creationId xmlns:a16="http://schemas.microsoft.com/office/drawing/2014/main" id="{D884E41B-54FA-E863-0B0E-976F1B326A2F}"/>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57" name="椭圆 56">
                <a:extLst>
                  <a:ext uri="{FF2B5EF4-FFF2-40B4-BE49-F238E27FC236}">
                    <a16:creationId xmlns:a16="http://schemas.microsoft.com/office/drawing/2014/main" id="{5BD6499F-2C72-EC05-90AC-83883A2BFEB3}"/>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55" name="椭圆 54">
              <a:extLst>
                <a:ext uri="{FF2B5EF4-FFF2-40B4-BE49-F238E27FC236}">
                  <a16:creationId xmlns:a16="http://schemas.microsoft.com/office/drawing/2014/main" id="{946210A9-F78B-4EBA-FED5-9B86271813E6}"/>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60" name="文本框 59">
            <a:extLst>
              <a:ext uri="{FF2B5EF4-FFF2-40B4-BE49-F238E27FC236}">
                <a16:creationId xmlns:a16="http://schemas.microsoft.com/office/drawing/2014/main" id="{F3009350-6848-8173-6EAC-D581FFB2FBB6}"/>
              </a:ext>
            </a:extLst>
          </p:cNvPr>
          <p:cNvSpPr txBox="1"/>
          <p:nvPr/>
        </p:nvSpPr>
        <p:spPr>
          <a:xfrm>
            <a:off x="4641744" y="4563693"/>
            <a:ext cx="3009997" cy="120032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语料的质量的不同，对于不同的大模型的总结和推理能力的表现是不一样的，综合社区的评分和实测结果，升级了大模型了，从</a:t>
            </a:r>
            <a:r>
              <a:rPr kumimoji="0" lang="en-US" altLang="zh-CN" sz="1200" b="0" i="0" u="none" strike="noStrike" kern="1200" cap="none" spc="0" normalizeH="0" baseline="0" noProof="0" dirty="0">
                <a:ln>
                  <a:noFill/>
                </a:ln>
                <a:solidFill>
                  <a:srgbClr val="2A2A2A"/>
                </a:solidFill>
                <a:effectLst/>
                <a:uLnTx/>
                <a:uFillTx/>
                <a:latin typeface="Mulish"/>
                <a:ea typeface="微软雅黑"/>
                <a:cs typeface="+mn-cs"/>
              </a:rPr>
              <a:t>chatglm2-6b</a:t>
            </a: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升级到了</a:t>
            </a:r>
            <a:r>
              <a:rPr kumimoji="0" lang="en-US" altLang="zh-CN" sz="1200" b="0" i="0" u="none" strike="noStrike" kern="1200" cap="none" spc="0" normalizeH="0" baseline="0" noProof="0" dirty="0">
                <a:ln>
                  <a:noFill/>
                </a:ln>
                <a:solidFill>
                  <a:srgbClr val="2A2A2A"/>
                </a:solidFill>
                <a:effectLst/>
                <a:uLnTx/>
                <a:uFillTx/>
                <a:latin typeface="Mulish"/>
                <a:ea typeface="微软雅黑"/>
                <a:cs typeface="+mn-cs"/>
              </a:rPr>
              <a:t>chatglm3-6b</a:t>
            </a: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的版本，同时</a:t>
            </a:r>
            <a:r>
              <a:rPr kumimoji="0" lang="en-US" altLang="zh-CN" sz="1200" b="0" i="0" u="none" strike="noStrike" kern="1200" cap="none" spc="0" normalizeH="0" baseline="0" noProof="0" dirty="0">
                <a:ln>
                  <a:noFill/>
                </a:ln>
                <a:solidFill>
                  <a:srgbClr val="2A2A2A"/>
                </a:solidFill>
                <a:effectLst/>
                <a:uLnTx/>
                <a:uFillTx/>
                <a:latin typeface="Mulish"/>
                <a:ea typeface="微软雅黑"/>
                <a:cs typeface="+mn-cs"/>
              </a:rPr>
              <a:t>chatglm3-6b</a:t>
            </a: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 推理的性能也有很大的提升。</a:t>
            </a:r>
          </a:p>
        </p:txBody>
      </p:sp>
      <p:sp>
        <p:nvSpPr>
          <p:cNvPr id="61" name="文本框 60">
            <a:extLst>
              <a:ext uri="{FF2B5EF4-FFF2-40B4-BE49-F238E27FC236}">
                <a16:creationId xmlns:a16="http://schemas.microsoft.com/office/drawing/2014/main" id="{C51A719E-1798-D369-4034-F589F1208F88}"/>
              </a:ext>
            </a:extLst>
          </p:cNvPr>
          <p:cNvSpPr txBox="1"/>
          <p:nvPr/>
        </p:nvSpPr>
        <p:spPr>
          <a:xfrm>
            <a:off x="8584852" y="4074016"/>
            <a:ext cx="2241394" cy="461665"/>
          </a:xfrm>
          <a:prstGeom prst="rect">
            <a:avLst/>
          </a:prstGeom>
          <a:noFill/>
        </p:spPr>
        <p:txBody>
          <a:bodyPr wrap="square" rtlCol="0">
            <a:spAutoFit/>
          </a:bodyPr>
          <a:lstStyle>
            <a:defPPr>
              <a:defRPr lang="zh-CN"/>
            </a:defPPr>
            <a:lvl1pPr>
              <a:defRPr sz="24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rPr>
              <a:t>多租户</a:t>
            </a:r>
            <a:endParaRPr kumimoji="0" lang="en-US" altLang="zh-CN" sz="2400" b="1" i="0" u="none" strike="noStrike" kern="1200" cap="none" spc="0" normalizeH="0" baseline="0" noProof="0" dirty="0">
              <a:ln>
                <a:noFill/>
              </a:ln>
              <a:solidFill>
                <a:srgbClr val="0049A7"/>
              </a:solidFill>
              <a:effectLst/>
              <a:uLnTx/>
              <a:uFillTx/>
              <a:latin typeface="Microsoft YaHei" panose="020B0503020204020204" pitchFamily="34" charset="-122"/>
              <a:ea typeface="微软雅黑"/>
              <a:cs typeface="+mn-cs"/>
            </a:endParaRPr>
          </a:p>
        </p:txBody>
      </p:sp>
      <p:grpSp>
        <p:nvGrpSpPr>
          <p:cNvPr id="62" name="组合 61">
            <a:extLst>
              <a:ext uri="{FF2B5EF4-FFF2-40B4-BE49-F238E27FC236}">
                <a16:creationId xmlns:a16="http://schemas.microsoft.com/office/drawing/2014/main" id="{BE3930CB-445F-071F-12E1-C54EB8ED207F}"/>
              </a:ext>
            </a:extLst>
          </p:cNvPr>
          <p:cNvGrpSpPr/>
          <p:nvPr/>
        </p:nvGrpSpPr>
        <p:grpSpPr>
          <a:xfrm>
            <a:off x="8121724" y="4066979"/>
            <a:ext cx="417256" cy="417256"/>
            <a:chOff x="554537" y="2503724"/>
            <a:chExt cx="417256" cy="417256"/>
          </a:xfrm>
        </p:grpSpPr>
        <p:grpSp>
          <p:nvGrpSpPr>
            <p:cNvPr id="63" name="组合 62">
              <a:extLst>
                <a:ext uri="{FF2B5EF4-FFF2-40B4-BE49-F238E27FC236}">
                  <a16:creationId xmlns:a16="http://schemas.microsoft.com/office/drawing/2014/main" id="{5C48AC9F-ADC4-970E-072F-53A859BDCEFB}"/>
                </a:ext>
              </a:extLst>
            </p:cNvPr>
            <p:cNvGrpSpPr/>
            <p:nvPr/>
          </p:nvGrpSpPr>
          <p:grpSpPr>
            <a:xfrm>
              <a:off x="554537" y="2503724"/>
              <a:ext cx="417256" cy="417256"/>
              <a:chOff x="783526" y="1239960"/>
              <a:chExt cx="436440" cy="436440"/>
            </a:xfrm>
          </p:grpSpPr>
          <p:grpSp>
            <p:nvGrpSpPr>
              <p:cNvPr id="65" name="组合 64">
                <a:extLst>
                  <a:ext uri="{FF2B5EF4-FFF2-40B4-BE49-F238E27FC236}">
                    <a16:creationId xmlns:a16="http://schemas.microsoft.com/office/drawing/2014/main" id="{C29AC499-8DF7-FB74-A195-9B40EDD9C18B}"/>
                  </a:ext>
                </a:extLst>
              </p:cNvPr>
              <p:cNvGrpSpPr/>
              <p:nvPr/>
            </p:nvGrpSpPr>
            <p:grpSpPr>
              <a:xfrm>
                <a:off x="783526" y="1239960"/>
                <a:ext cx="436440" cy="436440"/>
                <a:chOff x="2696466" y="1882650"/>
                <a:chExt cx="925574" cy="925574"/>
              </a:xfrm>
            </p:grpSpPr>
            <p:sp>
              <p:nvSpPr>
                <p:cNvPr id="67" name="椭圆 66">
                  <a:extLst>
                    <a:ext uri="{FF2B5EF4-FFF2-40B4-BE49-F238E27FC236}">
                      <a16:creationId xmlns:a16="http://schemas.microsoft.com/office/drawing/2014/main" id="{BD891DBA-4EB8-4CA1-C37D-3B036CCD3DB7}"/>
                    </a:ext>
                  </a:extLst>
                </p:cNvPr>
                <p:cNvSpPr/>
                <p:nvPr/>
              </p:nvSpPr>
              <p:spPr>
                <a:xfrm>
                  <a:off x="2696466" y="1882650"/>
                  <a:ext cx="925574" cy="925574"/>
                </a:xfrm>
                <a:prstGeom prst="ellipse">
                  <a:avLst/>
                </a:prstGeom>
                <a:gradFill flip="none" rotWithShape="1">
                  <a:gsLst>
                    <a:gs pos="0">
                      <a:srgbClr val="002C71">
                        <a:lumMod val="60000"/>
                        <a:lumOff val="40000"/>
                        <a:alpha val="0"/>
                      </a:srgbClr>
                    </a:gs>
                    <a:gs pos="87000">
                      <a:srgbClr val="002C71">
                        <a:lumMod val="60000"/>
                        <a:lumOff val="40000"/>
                        <a:alpha val="5000"/>
                      </a:srgbClr>
                    </a:gs>
                  </a:gsLst>
                  <a:path path="shape">
                    <a:fillToRect l="50000" t="50000" r="50000" b="50000"/>
                  </a:path>
                  <a:tileRect/>
                </a:gradFill>
                <a:ln w="3175" cap="flat" cmpd="sng" algn="ctr">
                  <a:noFill/>
                  <a:prstDash val="solid"/>
                  <a:miter lim="800000"/>
                </a:ln>
                <a:effectLst>
                  <a:glow rad="139700">
                    <a:srgbClr val="E7EEF5">
                      <a:satMod val="175000"/>
                      <a:alpha val="12000"/>
                    </a:srgbClr>
                  </a:glo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sp>
              <p:nvSpPr>
                <p:cNvPr id="68" name="椭圆 67">
                  <a:extLst>
                    <a:ext uri="{FF2B5EF4-FFF2-40B4-BE49-F238E27FC236}">
                      <a16:creationId xmlns:a16="http://schemas.microsoft.com/office/drawing/2014/main" id="{62512B22-4E86-167A-BA84-2313F7CE9DB0}"/>
                    </a:ext>
                  </a:extLst>
                </p:cNvPr>
                <p:cNvSpPr/>
                <p:nvPr/>
              </p:nvSpPr>
              <p:spPr>
                <a:xfrm>
                  <a:off x="2886879" y="2073063"/>
                  <a:ext cx="544748" cy="544748"/>
                </a:xfrm>
                <a:prstGeom prst="ellipse">
                  <a:avLst/>
                </a:prstGeom>
                <a:gradFill flip="none" rotWithShape="1">
                  <a:gsLst>
                    <a:gs pos="33000">
                      <a:srgbClr val="002C71">
                        <a:lumMod val="60000"/>
                        <a:lumOff val="40000"/>
                        <a:alpha val="0"/>
                      </a:srgbClr>
                    </a:gs>
                    <a:gs pos="100000">
                      <a:srgbClr val="002C71">
                        <a:lumMod val="60000"/>
                        <a:lumOff val="40000"/>
                        <a:alpha val="7000"/>
                      </a:srgbClr>
                    </a:gs>
                  </a:gsLst>
                  <a:path path="shape">
                    <a:fillToRect l="50000" t="50000" r="50000" b="50000"/>
                  </a:path>
                  <a:tileRect/>
                </a:gradFill>
                <a:ln w="3175"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等线" panose="02010600030101010101" pitchFamily="2" charset="-122"/>
                    <a:cs typeface="+mn-ea"/>
                    <a:sym typeface="+mn-lt"/>
                  </a:endParaRPr>
                </a:p>
              </p:txBody>
            </p:sp>
          </p:grpSp>
          <p:sp>
            <p:nvSpPr>
              <p:cNvPr id="66" name="椭圆 65">
                <a:extLst>
                  <a:ext uri="{FF2B5EF4-FFF2-40B4-BE49-F238E27FC236}">
                    <a16:creationId xmlns:a16="http://schemas.microsoft.com/office/drawing/2014/main" id="{262B5BBA-51D1-42F3-6177-3B7D1A1208B4}"/>
                  </a:ext>
                </a:extLst>
              </p:cNvPr>
              <p:cNvSpPr/>
              <p:nvPr/>
            </p:nvSpPr>
            <p:spPr>
              <a:xfrm>
                <a:off x="800468" y="1256902"/>
                <a:ext cx="402556" cy="402556"/>
              </a:xfrm>
              <a:prstGeom prst="ellipse">
                <a:avLst/>
              </a:prstGeom>
              <a:gradFill flip="none" rotWithShape="1">
                <a:gsLst>
                  <a:gs pos="33000">
                    <a:srgbClr val="002C71">
                      <a:lumMod val="60000"/>
                      <a:lumOff val="40000"/>
                    </a:srgbClr>
                  </a:gs>
                  <a:gs pos="100000">
                    <a:srgbClr val="002C71">
                      <a:alpha val="44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64" name="椭圆 63">
              <a:extLst>
                <a:ext uri="{FF2B5EF4-FFF2-40B4-BE49-F238E27FC236}">
                  <a16:creationId xmlns:a16="http://schemas.microsoft.com/office/drawing/2014/main" id="{A4AF9A8B-CF68-C4A7-F3CE-1AB2A836A372}"/>
                </a:ext>
              </a:extLst>
            </p:cNvPr>
            <p:cNvSpPr/>
            <p:nvPr/>
          </p:nvSpPr>
          <p:spPr>
            <a:xfrm>
              <a:off x="639496" y="2588683"/>
              <a:ext cx="247339" cy="247339"/>
            </a:xfrm>
            <a:prstGeom prst="ellipse">
              <a:avLst/>
            </a:prstGeom>
            <a:gradFill flip="none" rotWithShape="1">
              <a:gsLst>
                <a:gs pos="32000">
                  <a:srgbClr val="002C71">
                    <a:lumMod val="20000"/>
                    <a:lumOff val="80000"/>
                  </a:srgbClr>
                </a:gs>
                <a:gs pos="100000">
                  <a:srgbClr val="002C71">
                    <a:lumMod val="60000"/>
                    <a:lumOff val="40000"/>
                  </a:srgbClr>
                </a:gs>
              </a:gsLst>
              <a:path path="circle">
                <a:fillToRect r="100000" b="100000"/>
              </a:path>
              <a:tileRect l="-100000" t="-100000"/>
            </a:gradFill>
            <a:ln w="12700" cap="flat" cmpd="sng" algn="ctr">
              <a:noFill/>
              <a:prstDash val="solid"/>
              <a:miter lim="800000"/>
            </a:ln>
            <a:effectLst>
              <a:outerShdw blurRad="101600" dist="76200" dir="2700000" sx="98000" sy="98000" algn="tl" rotWithShape="0">
                <a:srgbClr val="002C71">
                  <a:alpha val="40000"/>
                </a:srgbClr>
              </a:outerShdw>
              <a:softEdge rad="50800"/>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a:ea typeface="等线" panose="02010600030101010101" pitchFamily="2" charset="-122"/>
                <a:cs typeface="+mn-ea"/>
                <a:sym typeface="+mn-lt"/>
              </a:endParaRPr>
            </a:p>
          </p:txBody>
        </p:sp>
      </p:grpSp>
      <p:sp>
        <p:nvSpPr>
          <p:cNvPr id="69" name="文本框 68">
            <a:extLst>
              <a:ext uri="{FF2B5EF4-FFF2-40B4-BE49-F238E27FC236}">
                <a16:creationId xmlns:a16="http://schemas.microsoft.com/office/drawing/2014/main" id="{6D12BAD2-5A2B-A3E2-6A44-7DA24E98B428}"/>
              </a:ext>
            </a:extLst>
          </p:cNvPr>
          <p:cNvSpPr txBox="1"/>
          <p:nvPr/>
        </p:nvSpPr>
        <p:spPr>
          <a:xfrm>
            <a:off x="8369978" y="4563693"/>
            <a:ext cx="3030839"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在企业内部的管理中，职责的分工是比较明确的，这里给客户设计了语料和应用的管理角色，分离语料管理和应用管理，满足数据合规要求。</a:t>
            </a: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endParaRPr kumimoji="0" lang="en-US" altLang="zh-CN" sz="1200" b="0" i="0" u="none" strike="noStrike" kern="1200" cap="none" spc="0" normalizeH="0" baseline="0" noProof="0" dirty="0">
              <a:ln>
                <a:noFill/>
              </a:ln>
              <a:solidFill>
                <a:srgbClr val="2A2A2A"/>
              </a:solidFill>
              <a:effectLst/>
              <a:uLnTx/>
              <a:uFillTx/>
              <a:latin typeface="Mulish"/>
              <a:ea typeface="微软雅黑"/>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704020202020204" pitchFamily="34" charset="0"/>
              <a:buChar char="•"/>
              <a:tabLst/>
              <a:defRPr/>
            </a:pPr>
            <a:r>
              <a:rPr kumimoji="0" lang="zh-CN" altLang="en-US" sz="1200" b="0" i="0" u="none" strike="noStrike" kern="1200" cap="none" spc="0" normalizeH="0" baseline="0" noProof="0" dirty="0">
                <a:ln>
                  <a:noFill/>
                </a:ln>
                <a:solidFill>
                  <a:srgbClr val="2A2A2A"/>
                </a:solidFill>
                <a:effectLst/>
                <a:uLnTx/>
                <a:uFillTx/>
                <a:latin typeface="Mulish"/>
                <a:ea typeface="微软雅黑"/>
                <a:cs typeface="+mn-cs"/>
              </a:rPr>
              <a:t>普通的用户可以使用应用管理员调整和设计出来的应用助手进行问答操作。无需关心语料的处理和应用的配置。</a:t>
            </a:r>
          </a:p>
        </p:txBody>
      </p:sp>
    </p:spTree>
    <p:extLst>
      <p:ext uri="{BB962C8B-B14F-4D97-AF65-F5344CB8AC3E}">
        <p14:creationId xmlns:p14="http://schemas.microsoft.com/office/powerpoint/2010/main" val="80964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B7A9263-53AD-E8A4-C733-0646D80AC2DD}"/>
              </a:ext>
            </a:extLst>
          </p:cNvPr>
          <p:cNvPicPr>
            <a:picLocks noChangeAspect="1"/>
          </p:cNvPicPr>
          <p:nvPr/>
        </p:nvPicPr>
        <p:blipFill>
          <a:blip r:embed="rId2"/>
          <a:stretch>
            <a:fillRect/>
          </a:stretch>
        </p:blipFill>
        <p:spPr>
          <a:xfrm>
            <a:off x="189613" y="229195"/>
            <a:ext cx="11853213" cy="6224767"/>
          </a:xfrm>
          <a:prstGeom prst="rect">
            <a:avLst/>
          </a:prstGeom>
        </p:spPr>
      </p:pic>
    </p:spTree>
    <p:extLst>
      <p:ext uri="{BB962C8B-B14F-4D97-AF65-F5344CB8AC3E}">
        <p14:creationId xmlns:p14="http://schemas.microsoft.com/office/powerpoint/2010/main" val="696383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BB34145-B5B2-EF0D-1AFA-2D8E1BA9D20A}"/>
              </a:ext>
            </a:extLst>
          </p:cNvPr>
          <p:cNvPicPr>
            <a:picLocks noChangeAspect="1"/>
          </p:cNvPicPr>
          <p:nvPr/>
        </p:nvPicPr>
        <p:blipFill>
          <a:blip r:embed="rId2"/>
          <a:stretch>
            <a:fillRect/>
          </a:stretch>
        </p:blipFill>
        <p:spPr>
          <a:xfrm>
            <a:off x="210878" y="192201"/>
            <a:ext cx="11789569" cy="63680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76"/>
          <p:cNvSpPr>
            <a:spLocks noGrp="1"/>
          </p:cNvSpPr>
          <p:nvPr>
            <p:ph type="title"/>
          </p:nvPr>
        </p:nvSpPr>
        <p:spPr/>
        <p:txBody>
          <a:bodyPr/>
          <a:lstStyle/>
          <a:p>
            <a:r>
              <a:rPr lang="zh-CN" altLang="en-US" b="1" dirty="0">
                <a:solidFill>
                  <a:srgbClr val="000000"/>
                </a:solidFill>
                <a:effectLst/>
                <a:latin typeface="+mn-ea"/>
                <a:ea typeface="+mn-ea"/>
              </a:rPr>
              <a:t>检索增强</a:t>
            </a:r>
            <a:r>
              <a:rPr lang="en-US" altLang="zh-CN" b="1" dirty="0">
                <a:solidFill>
                  <a:srgbClr val="000000"/>
                </a:solidFill>
                <a:effectLst/>
                <a:latin typeface="+mn-ea"/>
                <a:ea typeface="+mn-ea"/>
              </a:rPr>
              <a:t>--</a:t>
            </a:r>
            <a:r>
              <a:rPr lang="zh-CN" altLang="en-US" dirty="0">
                <a:latin typeface="+mn-ea"/>
                <a:ea typeface="+mn-ea"/>
              </a:rPr>
              <a:t>文件分片处理步骤优化</a:t>
            </a:r>
          </a:p>
        </p:txBody>
      </p:sp>
      <p:graphicFrame>
        <p:nvGraphicFramePr>
          <p:cNvPr id="3" name="图示 2"/>
          <p:cNvGraphicFramePr/>
          <p:nvPr/>
        </p:nvGraphicFramePr>
        <p:xfrm>
          <a:off x="673100" y="1028700"/>
          <a:ext cx="10401300" cy="134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p:cNvSpPr txBox="1"/>
          <p:nvPr/>
        </p:nvSpPr>
        <p:spPr>
          <a:xfrm>
            <a:off x="3259041" y="2308832"/>
            <a:ext cx="2311400" cy="328590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1.</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 对文件名、时间、章节、摘要等信息进行分析、管理，并保存对应元数据。</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 对于图片、视频等非文字内容，进行编号和位置标记。</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3</a:t>
            </a:r>
            <a:r>
              <a:rPr kumimoji="1"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、对于专用词汇进行替换，或者补充词汇字典。</a:t>
            </a:r>
            <a:endPar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660400" y="2287518"/>
            <a:ext cx="2433099" cy="393223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1.</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过滤掉低信息量及不能识别内容，确保语料质量。（例如 </a:t>
            </a: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HTML</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 标记、无意义的词汇堆砌）。</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分析新文档与既有文档的相似度，避免重复或相似语料的录入。</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格式化处理，移除多余的空格和换行，保持语料的清晰和一致性。</a:t>
            </a:r>
          </a:p>
        </p:txBody>
      </p:sp>
      <p:sp>
        <p:nvSpPr>
          <p:cNvPr id="16" name="文本框 15"/>
          <p:cNvSpPr txBox="1"/>
          <p:nvPr/>
        </p:nvSpPr>
        <p:spPr>
          <a:xfrm>
            <a:off x="5735983" y="2341866"/>
            <a:ext cx="2311400" cy="393223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1.</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不同向量化模型会有最佳的切片大小。常规使用固定切分，需要做上下文冗余补充。</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对于较短的文档，不进行切分，以防止信息的丢失。</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AutoNum type="arabicPeriod"/>
              <a:tabLst/>
              <a:defRPr/>
            </a:pPr>
            <a:endPar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针对不同的语料内容和使用场景，采用固定切分、语义切分、自定义切分等最适合的切分策略。</a:t>
            </a:r>
          </a:p>
        </p:txBody>
      </p:sp>
      <p:sp>
        <p:nvSpPr>
          <p:cNvPr id="17" name="文本框 16"/>
          <p:cNvSpPr txBox="1"/>
          <p:nvPr/>
        </p:nvSpPr>
        <p:spPr>
          <a:xfrm>
            <a:off x="8400692" y="2287270"/>
            <a:ext cx="2311400" cy="4255396"/>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1.</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根据文件主标题大纲、段落做正向填充。保证每个小标题都能总结段落的内容。</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补充分片的元数据信息，通过元数据提升上下文的精确性和摘要能力</a:t>
            </a: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3.在处理短文本时，过度依赖信息增益可能导致人为的垃圾信息(spam)</a:t>
            </a:r>
            <a:r>
              <a:rPr kumimoji="0" lang="en-US" altLang="zh-CN" sz="1400" b="0" i="0" u="none" strike="noStrike" kern="1200" cap="none" spc="0" normalizeH="0" baseline="0" noProof="0" dirty="0" err="1">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产生</a:t>
            </a:r>
            <a:r>
              <a:rPr kumimoji="0" lang="en-US" altLang="zh-CN"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778495">
                  <a:lumMod val="2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76"/>
          <p:cNvSpPr>
            <a:spLocks noGrp="1"/>
          </p:cNvSpPr>
          <p:nvPr>
            <p:ph type="title"/>
          </p:nvPr>
        </p:nvSpPr>
        <p:spPr/>
        <p:txBody>
          <a:bodyPr/>
          <a:lstStyle/>
          <a:p>
            <a:r>
              <a:rPr lang="zh-CN" altLang="en-US" b="1" dirty="0">
                <a:solidFill>
                  <a:srgbClr val="000000"/>
                </a:solidFill>
                <a:effectLst/>
                <a:latin typeface="+mn-ea"/>
                <a:ea typeface="+mn-ea"/>
              </a:rPr>
              <a:t>检索增强</a:t>
            </a:r>
            <a:r>
              <a:rPr lang="en-US" altLang="zh-CN" b="1" dirty="0">
                <a:solidFill>
                  <a:srgbClr val="000000"/>
                </a:solidFill>
                <a:effectLst/>
                <a:latin typeface="+mn-ea"/>
                <a:ea typeface="+mn-ea"/>
              </a:rPr>
              <a:t>--</a:t>
            </a:r>
            <a:r>
              <a:rPr lang="zh-CN" altLang="en-US" dirty="0">
                <a:latin typeface="+mn-ea"/>
                <a:ea typeface="+mn-ea"/>
              </a:rPr>
              <a:t>按照语料类型做递进式检索</a:t>
            </a:r>
          </a:p>
        </p:txBody>
      </p:sp>
      <p:graphicFrame>
        <p:nvGraphicFramePr>
          <p:cNvPr id="5" name="图示 4"/>
          <p:cNvGraphicFramePr/>
          <p:nvPr/>
        </p:nvGraphicFramePr>
        <p:xfrm>
          <a:off x="424544" y="1329268"/>
          <a:ext cx="3570405" cy="4635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本框 5"/>
          <p:cNvSpPr txBox="1"/>
          <p:nvPr/>
        </p:nvSpPr>
        <p:spPr>
          <a:xfrm>
            <a:off x="3663949" y="1263738"/>
            <a:ext cx="8076294"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预处理策略：</a:t>
            </a:r>
            <a:endParaRPr kumimoji="0" lang="en-US" altLang="zh-CN"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为了提高问题预处理的效果，我们需要根据用户所处的行业领域，对问题中的专业术语和同义词进行精确的替换或提供相应的解释。</a:t>
            </a:r>
            <a:endPar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例如，当用户查询“</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CPU</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的主频是多少？”我们应确保检索系统能够理解“</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CPU”</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指的是“中央处理器”，而“主频”是指其运行速度。如果检索系统错误地将“</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CPU”</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理解为某个品牌的缩写，或者将“主频”误解为音频设备的术语，那么提供的信息将完全不相关。</a:t>
            </a:r>
            <a:endPar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3684705" y="2889766"/>
            <a:ext cx="4667248"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GB"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一级</a:t>
            </a:r>
            <a:r>
              <a:rPr kumimoji="0" lang="zh-CN" altLang="en-US"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检索策略：</a:t>
            </a:r>
            <a:endParaRPr kumimoji="0" lang="en-US" altLang="zh-CN"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QA</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类型语料的检索精度相对较高，我们可以仅对问题部分进行向量化检索或</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L1</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检索，并设置较为严格的匹配条件，比如相似度不超过</a:t>
            </a:r>
            <a:r>
              <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0.2</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，以确保检索到的语料具有高度匹配性。</a:t>
            </a:r>
            <a:endPar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但</a:t>
            </a:r>
            <a:r>
              <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QA</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类语料还是会有总结不到的</a:t>
            </a:r>
            <a:r>
              <a:rPr kumimoji="0" lang="en-US" altLang="zh-CN" sz="1400" b="0" i="0" u="none" strike="noStrike" kern="1200" cap="none" spc="0" normalizeH="0" baseline="0" noProof="0" dirty="0" err="1">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i</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问题，如果在</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QA</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检索中未能成功命中目标语料，那么可以启用二级检索策略，即</a:t>
            </a:r>
            <a:r>
              <a:rPr kumimoji="0" lang="en-GB"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LV2</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级别的检索，以作为补充和托底。</a:t>
            </a:r>
            <a:endPar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3699216" y="4795184"/>
            <a:ext cx="4667248"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二</a:t>
            </a:r>
            <a:r>
              <a:rPr kumimoji="0" lang="zh-CN" altLang="en-GB"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级</a:t>
            </a:r>
            <a:r>
              <a:rPr kumimoji="0" lang="zh-CN" altLang="en-US"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检索策略（用 </a:t>
            </a:r>
            <a:r>
              <a:rPr kumimoji="0" lang="en-US" altLang="zh-CN" sz="1400" b="1" i="0" u="none" strike="noStrike" kern="1200" cap="none" spc="0" normalizeH="0" baseline="0" noProof="0" dirty="0" err="1">
                <a:ln>
                  <a:noFill/>
                </a:ln>
                <a:solidFill>
                  <a:srgbClr val="002C71"/>
                </a:solidFill>
                <a:effectLst/>
                <a:uLnTx/>
                <a:uFillTx/>
                <a:latin typeface="微软雅黑" panose="020B0503020204020204" pitchFamily="34" charset="-122"/>
                <a:ea typeface="微软雅黑" panose="020B0503020204020204" pitchFamily="34" charset="-122"/>
                <a:cs typeface="+mn-cs"/>
              </a:rPr>
              <a:t>Rerank</a:t>
            </a:r>
            <a:r>
              <a:rPr kumimoji="0" lang="zh-CN" altLang="en-US"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rPr>
              <a:t> 增强）：</a:t>
            </a:r>
            <a:endParaRPr kumimoji="0" lang="en-US" altLang="zh-CN" sz="1400" b="1" i="0" u="none" strike="noStrike" kern="1200" cap="none" spc="0" normalizeH="0" baseline="0" noProof="0" dirty="0">
              <a:ln>
                <a:noFill/>
              </a:ln>
              <a:solidFill>
                <a:srgbClr val="002C7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普通文本类型的语料</a:t>
            </a:r>
            <a:endParaRPr kumimoji="1"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在二级策略检索，采用混合向量</a:t>
            </a:r>
            <a:r>
              <a:rPr kumimoji="1"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a:t>
            </a:r>
            <a:r>
              <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传统分词搜索后，使用</a:t>
            </a:r>
            <a:r>
              <a:rPr kumimoji="1" lang="en-US" altLang="zh-CN" sz="1400" b="0" i="0" u="none" strike="noStrike" kern="1200" cap="none" spc="0" normalizeH="0" baseline="0" noProof="0" dirty="0" err="1">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rerank</a:t>
            </a:r>
            <a:r>
              <a:rPr kumimoji="1"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rPr>
              <a:t>再排序打分。最在大程度上保证输送到，提示词词拼装的内容的正确性。</a:t>
            </a:r>
            <a:endPar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a:picLocks noChangeAspect="1"/>
          </p:cNvPicPr>
          <p:nvPr/>
        </p:nvPicPr>
        <p:blipFill>
          <a:blip r:embed="rId8" cstate="screen"/>
          <a:stretch>
            <a:fillRect/>
          </a:stretch>
        </p:blipFill>
        <p:spPr>
          <a:xfrm>
            <a:off x="8627471" y="3021913"/>
            <a:ext cx="2527734" cy="1398105"/>
          </a:xfrm>
          <a:prstGeom prst="rect">
            <a:avLst/>
          </a:prstGeom>
          <a:effectLst>
            <a:outerShdw blurRad="165906" dist="38596" dir="6000000" sx="93000" sy="93000" algn="ctr" rotWithShape="0">
              <a:srgbClr val="000000">
                <a:alpha val="97000"/>
              </a:srgbClr>
            </a:outerShdw>
          </a:effectLst>
        </p:spPr>
      </p:pic>
      <p:pic>
        <p:nvPicPr>
          <p:cNvPr id="14" name="图片 13"/>
          <p:cNvPicPr>
            <a:picLocks noChangeAspect="1"/>
          </p:cNvPicPr>
          <p:nvPr/>
        </p:nvPicPr>
        <p:blipFill>
          <a:blip r:embed="rId9" cstate="screen"/>
          <a:stretch>
            <a:fillRect/>
          </a:stretch>
        </p:blipFill>
        <p:spPr>
          <a:xfrm>
            <a:off x="8627471" y="4566976"/>
            <a:ext cx="2510971" cy="1376496"/>
          </a:xfrm>
          <a:prstGeom prst="rect">
            <a:avLst/>
          </a:prstGeom>
          <a:effectLst>
            <a:outerShdw blurRad="165906" dist="38596" dir="6000000" sx="93000" sy="93000" algn="ctr" rotWithShape="0">
              <a:srgbClr val="000000">
                <a:alpha val="97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76"/>
          <p:cNvSpPr>
            <a:spLocks noGrp="1"/>
          </p:cNvSpPr>
          <p:nvPr>
            <p:ph type="title"/>
          </p:nvPr>
        </p:nvSpPr>
        <p:spPr>
          <a:xfrm>
            <a:off x="666750" y="-109476"/>
            <a:ext cx="10858500" cy="1028700"/>
          </a:xfrm>
        </p:spPr>
        <p:txBody>
          <a:bodyPr/>
          <a:lstStyle/>
          <a:p>
            <a:pPr>
              <a:lnSpc>
                <a:spcPct val="90000"/>
              </a:lnSpc>
            </a:pPr>
            <a:r>
              <a:rPr lang="zh-CN" altLang="en-US" b="1" dirty="0">
                <a:solidFill>
                  <a:srgbClr val="000000"/>
                </a:solidFill>
                <a:effectLst/>
                <a:latin typeface="+mn-ea"/>
                <a:ea typeface="+mn-ea"/>
              </a:rPr>
              <a:t>检索增强</a:t>
            </a:r>
            <a:r>
              <a:rPr lang="en-US" altLang="zh-CN" b="1" dirty="0">
                <a:solidFill>
                  <a:srgbClr val="000000"/>
                </a:solidFill>
                <a:effectLst/>
                <a:latin typeface="+mn-ea"/>
                <a:ea typeface="+mn-ea"/>
              </a:rPr>
              <a:t>--</a:t>
            </a:r>
            <a:r>
              <a:rPr lang="zh-CN" altLang="en-US" b="1" dirty="0">
                <a:solidFill>
                  <a:srgbClr val="000000"/>
                </a:solidFill>
                <a:effectLst/>
                <a:latin typeface="+mn-ea"/>
                <a:ea typeface="+mn-ea"/>
              </a:rPr>
              <a:t>二级检索策略用 </a:t>
            </a:r>
            <a:r>
              <a:rPr lang="en-US" altLang="zh-CN" b="1" dirty="0" err="1">
                <a:solidFill>
                  <a:srgbClr val="000000"/>
                </a:solidFill>
                <a:effectLst/>
                <a:latin typeface="+mn-ea"/>
                <a:ea typeface="+mn-ea"/>
              </a:rPr>
              <a:t>Rerank</a:t>
            </a:r>
            <a:r>
              <a:rPr lang="zh-CN" altLang="en-US" b="1" dirty="0">
                <a:solidFill>
                  <a:srgbClr val="000000"/>
                </a:solidFill>
                <a:effectLst/>
                <a:latin typeface="+mn-ea"/>
                <a:ea typeface="+mn-ea"/>
              </a:rPr>
              <a:t> 方式增强</a:t>
            </a:r>
            <a:endParaRPr lang="en-GB" altLang="zh-CN" dirty="0">
              <a:effectLst/>
              <a:latin typeface="+mn-ea"/>
              <a:ea typeface="+mn-ea"/>
            </a:endParaRPr>
          </a:p>
        </p:txBody>
      </p:sp>
      <p:sp>
        <p:nvSpPr>
          <p:cNvPr id="21" name="文本框 20"/>
          <p:cNvSpPr txBox="1"/>
          <p:nvPr/>
        </p:nvSpPr>
        <p:spPr>
          <a:xfrm>
            <a:off x="666750" y="1018846"/>
            <a:ext cx="1053575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Retrieval Augmented Generation</a:t>
            </a:r>
            <a:r>
              <a:rPr kumimoji="0" lang="zh-CN" altLang="en-US" sz="1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增加检索文本分片准确性（解决模型幻觉的问题）。</a:t>
            </a:r>
          </a:p>
        </p:txBody>
      </p:sp>
      <p:graphicFrame>
        <p:nvGraphicFramePr>
          <p:cNvPr id="2" name="图示 1"/>
          <p:cNvGraphicFramePr/>
          <p:nvPr/>
        </p:nvGraphicFramePr>
        <p:xfrm>
          <a:off x="249215" y="1536269"/>
          <a:ext cx="3886673" cy="49818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矩形标注 2"/>
          <p:cNvSpPr/>
          <p:nvPr/>
        </p:nvSpPr>
        <p:spPr>
          <a:xfrm>
            <a:off x="3825250" y="1536269"/>
            <a:ext cx="3702570" cy="1433749"/>
          </a:xfrm>
          <a:prstGeom prst="wedgeRectCallout">
            <a:avLst>
              <a:gd name="adj1" fmla="val -64772"/>
              <a:gd name="adj2" fmla="val 62500"/>
            </a:avLst>
          </a:prstGeom>
          <a:gradFill flip="none" rotWithShape="1">
            <a:gsLst>
              <a:gs pos="0">
                <a:srgbClr val="F0F1F0">
                  <a:lumMod val="5000"/>
                  <a:lumOff val="95000"/>
                </a:srgbClr>
              </a:gs>
              <a:gs pos="74000">
                <a:srgbClr val="F0F1F0">
                  <a:lumMod val="45000"/>
                  <a:lumOff val="55000"/>
                </a:srgbClr>
              </a:gs>
              <a:gs pos="83000">
                <a:srgbClr val="F0F1F0">
                  <a:lumMod val="45000"/>
                  <a:lumOff val="55000"/>
                </a:srgbClr>
              </a:gs>
              <a:gs pos="100000">
                <a:srgbClr val="F0F1F0">
                  <a:lumMod val="30000"/>
                  <a:lumOff val="70000"/>
                </a:srgbClr>
              </a:gs>
            </a:gsLst>
            <a:lin ang="5400000" scaled="1"/>
            <a:tileRect/>
          </a:gradFill>
          <a:ln w="12700" cap="flat" cmpd="sng" algn="ctr">
            <a:solidFill>
              <a:srgbClr val="002C71">
                <a:shade val="50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通过特定语言的文本分析将内容分解为术语。</a:t>
            </a:r>
            <a:endParaRPr kumimoji="0" lang="en-US"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创建反向索引以实现快速检索。</a:t>
            </a:r>
            <a:endParaRPr kumimoji="0" lang="en-US"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使用全文检索库，例如</a:t>
            </a:r>
            <a:r>
              <a:rPr kumimoji="0" lang="en-GB"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Elasticsearch</a:t>
            </a:r>
            <a:r>
              <a:rPr kumimoji="0" lang="zh-CN" altLang="en-GB"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p:txBody>
      </p:sp>
      <p:sp>
        <p:nvSpPr>
          <p:cNvPr id="4" name="矩形标注 3"/>
          <p:cNvSpPr/>
          <p:nvPr/>
        </p:nvSpPr>
        <p:spPr>
          <a:xfrm>
            <a:off x="3838013" y="3107178"/>
            <a:ext cx="3702570" cy="1433749"/>
          </a:xfrm>
          <a:prstGeom prst="wedgeRectCallout">
            <a:avLst>
              <a:gd name="adj1" fmla="val -64772"/>
              <a:gd name="adj2" fmla="val 62500"/>
            </a:avLst>
          </a:prstGeom>
          <a:gradFill flip="none" rotWithShape="1">
            <a:gsLst>
              <a:gs pos="0">
                <a:srgbClr val="F0F1F0">
                  <a:lumMod val="5000"/>
                  <a:lumOff val="95000"/>
                </a:srgbClr>
              </a:gs>
              <a:gs pos="74000">
                <a:srgbClr val="F0F1F0">
                  <a:lumMod val="45000"/>
                  <a:lumOff val="55000"/>
                </a:srgbClr>
              </a:gs>
              <a:gs pos="83000">
                <a:srgbClr val="F0F1F0">
                  <a:lumMod val="45000"/>
                  <a:lumOff val="55000"/>
                </a:srgbClr>
              </a:gs>
              <a:gs pos="100000">
                <a:srgbClr val="F0F1F0">
                  <a:lumMod val="30000"/>
                  <a:lumOff val="70000"/>
                </a:srgbClr>
              </a:gs>
            </a:gsLst>
            <a:lin ang="5400000" scaled="1"/>
            <a:tileRect/>
          </a:gradFill>
          <a:ln w="12700" cap="flat" cmpd="sng" algn="ctr">
            <a:solidFill>
              <a:srgbClr val="002C71">
                <a:shade val="50000"/>
              </a:srgbClr>
            </a:solidFill>
            <a:prstDash val="solid"/>
            <a:miter lim="800000"/>
          </a:ln>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使用嵌入模型将文档从文本转换为矢量表示。检索是通过生成查询嵌入并找到其向量与查询向量最接近的文档来进行的。</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p:txBody>
      </p:sp>
      <p:sp>
        <p:nvSpPr>
          <p:cNvPr id="5" name="矩形标注 4"/>
          <p:cNvSpPr/>
          <p:nvPr/>
        </p:nvSpPr>
        <p:spPr>
          <a:xfrm>
            <a:off x="3848127" y="4723772"/>
            <a:ext cx="3702570" cy="1021811"/>
          </a:xfrm>
          <a:prstGeom prst="wedgeRectCallout">
            <a:avLst>
              <a:gd name="adj1" fmla="val -64772"/>
              <a:gd name="adj2" fmla="val 62500"/>
            </a:avLst>
          </a:prstGeom>
          <a:gradFill flip="none" rotWithShape="1">
            <a:gsLst>
              <a:gs pos="0">
                <a:srgbClr val="F0F1F0">
                  <a:lumMod val="5000"/>
                  <a:lumOff val="95000"/>
                </a:srgbClr>
              </a:gs>
              <a:gs pos="74000">
                <a:srgbClr val="F0F1F0">
                  <a:lumMod val="45000"/>
                  <a:lumOff val="55000"/>
                </a:srgbClr>
              </a:gs>
              <a:gs pos="83000">
                <a:srgbClr val="F0F1F0">
                  <a:lumMod val="45000"/>
                  <a:lumOff val="55000"/>
                </a:srgbClr>
              </a:gs>
              <a:gs pos="100000">
                <a:srgbClr val="F0F1F0">
                  <a:lumMod val="30000"/>
                  <a:lumOff val="70000"/>
                </a:srgbClr>
              </a:gs>
            </a:gsLst>
            <a:lin ang="5400000" scaled="1"/>
            <a:tileRect/>
          </a:gradFill>
          <a:ln w="12700" cap="flat" cmpd="sng" algn="ctr">
            <a:solidFill>
              <a:srgbClr val="002C71">
                <a:shade val="50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同时执行关键词和向量检索。</a:t>
            </a:r>
            <a:endParaRPr kumimoji="0" lang="en-US" altLang="zh-CN"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应用融合步骤，从每种技术中选择最佳结果。</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4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endParaRPr>
          </a:p>
        </p:txBody>
      </p:sp>
      <p:sp>
        <p:nvSpPr>
          <p:cNvPr id="6" name="右箭头 5"/>
          <p:cNvSpPr/>
          <p:nvPr/>
        </p:nvSpPr>
        <p:spPr>
          <a:xfrm>
            <a:off x="7581607" y="2250207"/>
            <a:ext cx="753591" cy="3126689"/>
          </a:xfrm>
          <a:prstGeom prst="rightArrow">
            <a:avLst/>
          </a:prstGeom>
          <a:gradFill flip="none" rotWithShape="1">
            <a:gsLst>
              <a:gs pos="0">
                <a:srgbClr val="0049A7">
                  <a:lumMod val="5000"/>
                  <a:lumOff val="95000"/>
                  <a:alpha val="0"/>
                </a:srgbClr>
              </a:gs>
              <a:gs pos="60000">
                <a:srgbClr val="0049A7">
                  <a:lumMod val="45000"/>
                  <a:lumOff val="55000"/>
                </a:srgbClr>
              </a:gs>
              <a:gs pos="83000">
                <a:srgbClr val="0049A7">
                  <a:lumMod val="45000"/>
                  <a:lumOff val="55000"/>
                </a:srgbClr>
              </a:gs>
              <a:gs pos="100000">
                <a:srgbClr val="0049A7">
                  <a:lumMod val="30000"/>
                  <a:lumOff val="70000"/>
                </a:srgbClr>
              </a:gs>
            </a:gsLst>
            <a:lin ang="21000000" scaled="0"/>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dirty="0">
                <a:ln>
                  <a:noFill/>
                </a:ln>
                <a:solidFill>
                  <a:srgbClr val="002C71"/>
                </a:solidFill>
                <a:effectLst/>
                <a:uLnTx/>
                <a:uFillTx/>
                <a:latin typeface="微软雅黑" panose="020B0503020204020204" pitchFamily="34" charset="-122"/>
                <a:ea typeface="等线" panose="02010600030101010101" charset="-122"/>
                <a:cs typeface="+mn-cs"/>
              </a:rPr>
              <a:t>双层加强</a:t>
            </a:r>
          </a:p>
        </p:txBody>
      </p:sp>
      <p:graphicFrame>
        <p:nvGraphicFramePr>
          <p:cNvPr id="7" name="图示 6"/>
          <p:cNvGraphicFramePr/>
          <p:nvPr/>
        </p:nvGraphicFramePr>
        <p:xfrm>
          <a:off x="7976120" y="1536269"/>
          <a:ext cx="3886674" cy="498184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sld>
</file>

<file path=ppt/theme/theme1.xml><?xml version="1.0" encoding="utf-8"?>
<a:theme xmlns:a="http://schemas.openxmlformats.org/drawingml/2006/main" name="Digital X 水印">
  <a:themeElements>
    <a:clrScheme name="DaoCloud Digital X">
      <a:dk1>
        <a:srgbClr val="1B1C1D"/>
      </a:dk1>
      <a:lt1>
        <a:srgbClr val="FEFEFE"/>
      </a:lt1>
      <a:dk2>
        <a:srgbClr val="333536"/>
      </a:dk2>
      <a:lt2>
        <a:srgbClr val="F4F4F6"/>
      </a:lt2>
      <a:accent1>
        <a:srgbClr val="004BFF"/>
      </a:accent1>
      <a:accent2>
        <a:srgbClr val="0ED05D"/>
      </a:accent2>
      <a:accent3>
        <a:srgbClr val="FFA800"/>
      </a:accent3>
      <a:accent4>
        <a:srgbClr val="FF0E46"/>
      </a:accent4>
      <a:accent5>
        <a:srgbClr val="0AC5F1"/>
      </a:accent5>
      <a:accent6>
        <a:srgbClr val="7727F0"/>
      </a:accent6>
      <a:hlink>
        <a:srgbClr val="99999B"/>
      </a:hlink>
      <a:folHlink>
        <a:srgbClr val="004BFF"/>
      </a:folHlink>
    </a:clrScheme>
    <a:fontScheme name="Digital X @Windows">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kumimoji="1" sz="1100" dirty="0" smtClean="0">
            <a:solidFill>
              <a:schemeClr val="bg1"/>
            </a:solidFill>
            <a:latin typeface="Microsoft YaHei" panose="020B0503020204020204" pitchFamily="34" charset="-122"/>
            <a:ea typeface="Microsoft YaHei"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36000" tIns="36000" rIns="36000" bIns="36000" rtlCol="0">
        <a:spAutoFit/>
      </a:bodyPr>
      <a:lstStyle>
        <a:defPPr algn="l">
          <a:defRPr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Digital X 水印">
  <a:themeElements>
    <a:clrScheme name="DaoCloud Digital X">
      <a:dk1>
        <a:srgbClr val="1B1C1D"/>
      </a:dk1>
      <a:lt1>
        <a:srgbClr val="FEFEFE"/>
      </a:lt1>
      <a:dk2>
        <a:srgbClr val="333536"/>
      </a:dk2>
      <a:lt2>
        <a:srgbClr val="F4F4F6"/>
      </a:lt2>
      <a:accent1>
        <a:srgbClr val="004BFF"/>
      </a:accent1>
      <a:accent2>
        <a:srgbClr val="0ED05D"/>
      </a:accent2>
      <a:accent3>
        <a:srgbClr val="FFA800"/>
      </a:accent3>
      <a:accent4>
        <a:srgbClr val="FF0E46"/>
      </a:accent4>
      <a:accent5>
        <a:srgbClr val="0AC5F1"/>
      </a:accent5>
      <a:accent6>
        <a:srgbClr val="7727F0"/>
      </a:accent6>
      <a:hlink>
        <a:srgbClr val="99999B"/>
      </a:hlink>
      <a:folHlink>
        <a:srgbClr val="004BFF"/>
      </a:folHlink>
    </a:clrScheme>
    <a:fontScheme name="Digital X @Windows">
      <a:majorFont>
        <a:latin typeface="Arial Black"/>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kumimoji="1" sz="1100" dirty="0" smtClean="0">
            <a:solidFill>
              <a:schemeClr val="bg1"/>
            </a:solidFill>
            <a:latin typeface="微软雅黑" charset="-122"/>
            <a:ea typeface="微软雅黑"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36000" tIns="36000" rIns="36000" bIns="36000" rtlCol="0">
        <a:spAutoFit/>
      </a:bodyPr>
      <a:lstStyle>
        <a:defPPr algn="l">
          <a:defRPr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Light">
  <a:themeElements>
    <a:clrScheme name="自定义 1">
      <a:dk1>
        <a:srgbClr val="000000"/>
      </a:dk1>
      <a:lt1>
        <a:srgbClr val="FFFFFF"/>
      </a:lt1>
      <a:dk2>
        <a:srgbClr val="778495"/>
      </a:dk2>
      <a:lt2>
        <a:srgbClr val="F0F0F0"/>
      </a:lt2>
      <a:accent1>
        <a:srgbClr val="11D05C"/>
      </a:accent1>
      <a:accent2>
        <a:srgbClr val="12AF4E"/>
      </a:accent2>
      <a:accent3>
        <a:srgbClr val="338EFE"/>
      </a:accent3>
      <a:accent4>
        <a:srgbClr val="4E4E4E"/>
      </a:accent4>
      <a:accent5>
        <a:srgbClr val="83D895"/>
      </a:accent5>
      <a:accent6>
        <a:srgbClr val="97B1FD"/>
      </a:accent6>
      <a:hlink>
        <a:srgbClr val="11D05C"/>
      </a:hlink>
      <a:folHlink>
        <a:srgbClr val="BFBFBF"/>
      </a:folHlink>
    </a:clrScheme>
    <a:fontScheme name="jtlklqiu">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1B1C1D"/>
      </a:dk1>
      <a:lt1>
        <a:srgbClr val="FEFEFE"/>
      </a:lt1>
      <a:dk2>
        <a:srgbClr val="333536"/>
      </a:dk2>
      <a:lt2>
        <a:srgbClr val="F4F4F6"/>
      </a:lt2>
      <a:accent1>
        <a:srgbClr val="004BFF"/>
      </a:accent1>
      <a:accent2>
        <a:srgbClr val="0ED05D"/>
      </a:accent2>
      <a:accent3>
        <a:srgbClr val="FFA800"/>
      </a:accent3>
      <a:accent4>
        <a:srgbClr val="FF0E46"/>
      </a:accent4>
      <a:accent5>
        <a:srgbClr val="0AC5F1"/>
      </a:accent5>
      <a:accent6>
        <a:srgbClr val="7727F0"/>
      </a:accent6>
      <a:hlink>
        <a:srgbClr val="99999B"/>
      </a:hlink>
      <a:folHlink>
        <a:srgbClr val="004BF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51672</TotalTime>
  <Words>1620</Words>
  <Application>Microsoft Macintosh PowerPoint</Application>
  <PresentationFormat>宽屏</PresentationFormat>
  <Paragraphs>98</Paragraphs>
  <Slides>9</Slides>
  <Notes>4</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9</vt:i4>
      </vt:variant>
    </vt:vector>
  </HeadingPairs>
  <TitlesOfParts>
    <vt:vector size="21" baseType="lpstr">
      <vt:lpstr>宋体</vt:lpstr>
      <vt:lpstr>Microsoft YaHei</vt:lpstr>
      <vt:lpstr>Microsoft YaHei</vt:lpstr>
      <vt:lpstr>Mulish</vt:lpstr>
      <vt:lpstr>Arial</vt:lpstr>
      <vt:lpstr>Arial Black</vt:lpstr>
      <vt:lpstr>Calibri</vt:lpstr>
      <vt:lpstr>Optima-Regular</vt:lpstr>
      <vt:lpstr>Digital X 水印</vt:lpstr>
      <vt:lpstr>2_Digital X 水印</vt:lpstr>
      <vt:lpstr>6_Light</vt:lpstr>
      <vt:lpstr>Office 主题​​</vt:lpstr>
      <vt:lpstr>PowerPoint 演示文稿</vt:lpstr>
      <vt:lpstr>PowerPoint 演示文稿</vt:lpstr>
      <vt:lpstr>PowerPoint 演示文稿</vt:lpstr>
      <vt:lpstr>大模型应用场景落地关键要素</vt:lpstr>
      <vt:lpstr>PowerPoint 演示文稿</vt:lpstr>
      <vt:lpstr>PowerPoint 演示文稿</vt:lpstr>
      <vt:lpstr>检索增强--文件分片处理步骤优化</vt:lpstr>
      <vt:lpstr>检索增强--按照语料类型做递进式检索</vt:lpstr>
      <vt:lpstr>检索增强--二级检索策略用 Rerank 方式增强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James Xiong</cp:lastModifiedBy>
  <cp:revision>501</cp:revision>
  <dcterms:created xsi:type="dcterms:W3CDTF">2023-06-19T03:53:22Z</dcterms:created>
  <dcterms:modified xsi:type="dcterms:W3CDTF">2024-08-23T17:12:20Z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2052-5.2.0.7734</vt:lpwstr>
  </property>
  <property fmtid="{D5CDD505-2E9C-101B-9397-08002B2CF9AE}" pid="3" name="ICV">
    <vt:lpwstr>36EE240F40C86B9099AB8A643F687B6E_41</vt:lpwstr>
  </property>
</Properties>
</file>